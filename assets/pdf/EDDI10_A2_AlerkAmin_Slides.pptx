
<file path=[Content_Types].xml><?xml version="1.0" encoding="utf-8"?>
<Types xmlns="http://schemas.openxmlformats.org/package/2006/content-types">
  <Override PartName="/ppt/theme/theme5.xml" ContentType="application/vnd.openxmlformats-officedocument.theme+xml"/>
  <Override PartName="/ppt/slideLayouts/slideLayout307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269.xml" ContentType="application/vnd.openxmlformats-officedocument.presentationml.slideLayout+xml"/>
  <Default Extension="xml" ContentType="application/xml"/>
  <Override PartName="/ppt/slideLayouts/slideLayout24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310.xml" ContentType="application/vnd.openxmlformats-officedocument.presentationml.slideLayout+xml"/>
  <Override PartName="/ppt/theme/theme29.xml" ContentType="application/vnd.openxmlformats-officedocument.theme+xml"/>
  <Override PartName="/ppt/slideLayouts/slideLayout102.xml" ContentType="application/vnd.openxmlformats-officedocument.presentationml.slideLayout+xml"/>
  <Override PartName="/ppt/slideMasters/slideMaster8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Layouts/slideLayout225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50.xml" ContentType="application/vnd.openxmlformats-officedocument.presentationml.slideLayout+xml"/>
  <Override PartName="/ppt/theme/theme32.xml" ContentType="application/vnd.openxmlformats-officedocument.theme+xml"/>
  <Override PartName="/ppt/diagrams/data2.xml" ContentType="application/vnd.openxmlformats-officedocument.drawingml.diagramData+xml"/>
  <Override PartName="/ppt/notesSlides/notesSlide7.xml" ContentType="application/vnd.openxmlformats-officedocument.presentationml.notesSlide+xml"/>
  <Override PartName="/ppt/slideLayouts/slideLayout87.xml" ContentType="application/vnd.openxmlformats-officedocument.presentationml.slideLayout+xml"/>
  <Override PartName="/ppt/theme/theme10.xml" ContentType="application/vnd.openxmlformats-officedocument.theme+xml"/>
  <Override PartName="/ppt/slideLayouts/slideLayout187.xml" ContentType="application/vnd.openxmlformats-officedocument.presentationml.slideLayout+xml"/>
  <Override PartName="/ppt/slideLayouts/slideLayout326.xml" ContentType="application/vnd.openxmlformats-officedocument.presentationml.slideLayout+xml"/>
  <Override PartName="/ppt/diagrams/colors4.xml" ContentType="application/vnd.openxmlformats-officedocument.drawingml.diagramColors+xml"/>
  <Default Extension="png" ContentType="image/png"/>
  <Override PartName="/ppt/slideLayouts/slideLayout118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304.xml" ContentType="application/vnd.openxmlformats-officedocument.presentationml.slideLayout+xml"/>
  <Override PartName="/ppt/diagrams/quickStyle3.xml" ContentType="application/vnd.openxmlformats-officedocument.drawingml.diagramStyle+xml"/>
  <Override PartName="/ppt/slideMasters/slideMaster27.xml" ContentType="application/vnd.openxmlformats-officedocument.presentationml.slideMaster+xml"/>
  <Override PartName="/ppt/slideLayouts/slideLayout43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288.xml" ContentType="application/vnd.openxmlformats-officedocument.presentationml.slideLayout+xml"/>
  <Default Extension="emf" ContentType="image/x-emf"/>
  <Override PartName="/ppt/slideLayouts/slideLayout219.xml" ContentType="application/vnd.openxmlformats-officedocument.presentationml.slideLayout+xml"/>
  <Override PartName="/ppt/slideLayouts/slideLayout266.xml" ContentType="application/vnd.openxmlformats-officedocument.presentationml.slideLayout+xml"/>
  <Override PartName="/ppt/diagrams/layout6.xml" ContentType="application/vnd.openxmlformats-officedocument.drawingml.diagramLayout+xml"/>
  <Override PartName="/ppt/slideLayouts/slideLayout21.xml" ContentType="application/vnd.openxmlformats-officedocument.presentationml.slideLayout+xml"/>
  <Override PartName="/ppt/slideLayouts/slideLayout121.xml" ContentType="application/vnd.openxmlformats-officedocument.presentationml.slideLayout+xml"/>
  <Override PartName="/ppt/theme/theme26.xml" ContentType="application/vnd.openxmlformats-officedocument.theme+xml"/>
  <Override PartName="/ppt/slideMasters/slideMaster30.xml" ContentType="application/vnd.openxmlformats-officedocument.presentationml.slideMaster+xml"/>
  <Override PartName="/ppt/slideLayouts/slideLayout244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Masters/slideMaster5.xml" ContentType="application/vnd.openxmlformats-officedocument.presentationml.slideMaster+xml"/>
  <Override PartName="/ppt/slideLayouts/slideLayout59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345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37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200.xml" ContentType="application/vnd.openxmlformats-officedocument.presentationml.slideLayout+xml"/>
  <Override PartName="/ppt/diagrams/colors1.xml" ContentType="application/vnd.openxmlformats-officedocument.drawingml.diagramColors+xml"/>
  <Override PartName="/ppt/slideLayouts/slideLayout4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s/slide2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Masters/slideMaster24.xml" ContentType="application/vnd.openxmlformats-officedocument.presentationml.slideMaster+xml"/>
  <Override PartName="/ppt/slideLayouts/slideLayout40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Masters/slideMaster13.xml" ContentType="application/vnd.openxmlformats-officedocument.presentationml.slideMaster+xml"/>
  <Override PartName="/ppt/slideLayouts/slideLayout20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52.xml" ContentType="application/vnd.openxmlformats-officedocument.presentationml.slideLayout+xml"/>
  <Override PartName="/ppt/theme/theme23.xml" ContentType="application/vnd.openxmlformats-officedocument.theme+xml"/>
  <Override PartName="/ppt/slideLayouts/slideLayout263.xml" ContentType="application/vnd.openxmlformats-officedocument.presentationml.slideLayout+xml"/>
  <Override PartName="/ppt/diagrams/layout3.xml" ContentType="application/vnd.openxmlformats-officedocument.drawingml.diagramLayout+xml"/>
  <Override PartName="/ppt/diagrams/data4.xml" ContentType="application/vnd.openxmlformats-officedocument.drawingml.diagramData+xml"/>
  <Override PartName="/ppt/notesSlides/notesSlide9.xml" ContentType="application/vnd.openxmlformats-officedocument.presentationml.notesSlide+xml"/>
  <Override PartName="/ppt/slideLayouts/slideLayout89.xml" ContentType="application/vnd.openxmlformats-officedocument.presentationml.slideLayout+xml"/>
  <Override PartName="/ppt/theme/theme12.xml" ContentType="application/vnd.openxmlformats-officedocument.theme+xml"/>
  <Override PartName="/ppt/slideLayouts/slideLayout189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339.xml" ContentType="application/vnd.openxmlformats-officedocument.presentationml.slideLayout+xml"/>
  <Override PartName="/ppt/diagrams/colors6.xml" ContentType="application/vnd.openxmlformats-officedocument.drawingml.diagramColors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diagrams/drawing5.xml" ContentType="application/vnd.ms-office.drawingml.diagramDrawing+xml"/>
  <Override PartName="/ppt/slideMasters/slideMaster2.xml" ContentType="application/vnd.openxmlformats-officedocument.presentationml.slideMaster+xml"/>
  <Override PartName="/ppt/theme/theme4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306.xml" ContentType="application/vnd.openxmlformats-officedocument.presentationml.slideLayout+xml"/>
  <Override PartName="/ppt/notesSlides/notesSlide1.xml" ContentType="application/vnd.openxmlformats-officedocument.presentationml.notesSlide+xml"/>
  <Override PartName="/ppt/diagrams/quickStyle5.xml" ContentType="application/vnd.openxmlformats-officedocument.drawingml.diagramStyle+xml"/>
  <Override PartName="/ppt/slideMasters/slideMaster29.xml" ContentType="application/vnd.openxmlformats-officedocument.presentationml.slideMaster+xml"/>
  <Override PartName="/ppt/slideLayouts/slideLayout4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Masters/slideMaster18.xml" ContentType="application/vnd.openxmlformats-officedocument.presentationml.slideMaster+xml"/>
  <Override PartName="/ppt/slideLayouts/slideLayout34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257.xml" ContentType="application/vnd.openxmlformats-officedocument.presentationml.slideLayout+xml"/>
  <Override PartName="/ppt/theme/theme28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01.xml" ContentType="application/vnd.openxmlformats-officedocument.presentationml.slideLayout+xml"/>
  <Override PartName="/ppt/theme/theme17.xml" ContentType="application/vnd.openxmlformats-officedocument.theme+xml"/>
  <Override PartName="/ppt/slideLayouts/slideLayout23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Masters/slideMaster21.xml" ContentType="application/vnd.openxmlformats-officedocument.presentationml.slideMaster+xml"/>
  <Override PartName="/ppt/slideLayouts/slideLayout224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Masters/slideMaster7.xml" ContentType="application/vnd.openxmlformats-officedocument.presentationml.slideMaster+xml"/>
  <Override PartName="/ppt/slideMasters/slideMaster10.xml" ContentType="application/vnd.openxmlformats-officedocument.presentationml.slideMaster+xml"/>
  <Override PartName="/ppt/theme/theme9.xml" ContentType="application/vnd.openxmlformats-officedocument.theme+xml"/>
  <Override PartName="/ppt/slideLayouts/slideLayout213.xml" ContentType="application/vnd.openxmlformats-officedocument.presentationml.slideLayout+xml"/>
  <Override PartName="/ppt/slideLayouts/slideLayout260.xml" ContentType="application/vnd.openxmlformats-officedocument.presentationml.slideLayout+xml"/>
  <Override PartName="/ppt/theme/theme31.xml" ContentType="application/vnd.openxmlformats-officedocument.theme+xml"/>
  <Override PartName="/ppt/notesSlides/notesSlide6.xml" ContentType="application/vnd.openxmlformats-officedocument.presentationml.notesSlide+xml"/>
  <Override PartName="/ppt/slideLayouts/slideLayout97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202.xml" ContentType="application/vnd.openxmlformats-officedocument.presentationml.slideLayout+xml"/>
  <Override PartName="/ppt/theme/theme20.xml" ContentType="application/vnd.openxmlformats-officedocument.theme+xml"/>
  <Override PartName="/ppt/slideLayouts/slideLayout336.xml" ContentType="application/vnd.openxmlformats-officedocument.presentationml.slideLayout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slideLayouts/slideLayout39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325.xml" ContentType="application/vnd.openxmlformats-officedocument.presentationml.slideLayout+xml"/>
  <Override PartName="/ppt/diagrams/drawing2.xml" ContentType="application/vnd.ms-office.drawingml.diagramDrawing+xml"/>
  <Override PartName="/ppt/slides/slide4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diagrams/quickStyle2.xml" ContentType="application/vnd.openxmlformats-officedocument.drawingml.diagramStyle+xml"/>
  <Override PartName="/ppt/theme/theme1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Masters/slideMaster26.xml" ContentType="application/vnd.openxmlformats-officedocument.presentationml.slideMaster+xml"/>
  <Override PartName="/ppt/slideLayouts/slideLayout42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Masters/slideMaster15.xml" ContentType="application/vnd.openxmlformats-officedocument.presentationml.slideMaster+xml"/>
  <Override PartName="/ppt/slides/slide10.xml" ContentType="application/vnd.openxmlformats-officedocument.presentationml.slide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diagrams/layout5.xml" ContentType="application/vnd.openxmlformats-officedocument.drawingml.diagramLayout+xml"/>
  <Override PartName="/ppt/diagrams/data6.xml" ContentType="application/vnd.openxmlformats-officedocument.drawingml.diagramData+xml"/>
  <Override PartName="/ppt/theme/theme14.xml" ContentType="application/vnd.openxmlformats-officedocument.theme+xml"/>
  <Override PartName="/ppt/slideLayouts/slideLayout243.xml" ContentType="application/vnd.openxmlformats-officedocument.presentationml.slideLayout+xml"/>
  <Override PartName="/ppt/theme/theme25.xml" ContentType="application/vnd.openxmlformats-officedocument.theme+xml"/>
  <Override PartName="/ppt/slideLayouts/slideLayout290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319.xml" ContentType="application/vnd.openxmlformats-officedocument.presentationml.slideLayout+xml"/>
  <Override PartName="/ppt/diagrams/drawing7.xml" ContentType="application/vnd.ms-office.drawingml.diagramDrawing+xml"/>
  <Override PartName="/ppt/slideMasters/slideMaster4.xml" ContentType="application/vnd.openxmlformats-officedocument.presentationml.slideMaster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theme/theme6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308.xml" ContentType="application/vnd.openxmlformats-officedocument.presentationml.slideLayout+xml"/>
  <Override PartName="/ppt/diagrams/quickStyle7.xml" ContentType="application/vnd.openxmlformats-officedocument.drawingml.diagramStyle+xml"/>
  <Override PartName="/ppt/slideLayouts/slideLayout58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344.xml" ContentType="application/vnd.openxmlformats-officedocument.presentationml.slideLayout+xml"/>
  <Override PartName="/ppt/notesSlides/notesSlide3.xml" ContentType="application/vnd.openxmlformats-officedocument.presentationml.notesSlide+xml"/>
  <Default Extension="bin" ContentType="application/vnd.openxmlformats-officedocument.oleObject"/>
  <Override PartName="/ppt/presProps.xml" ContentType="application/vnd.openxmlformats-officedocument.presentationml.presProps+xml"/>
  <Override PartName="/ppt/slideLayouts/slideLayout3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50.xml" ContentType="application/vnd.openxmlformats-officedocument.presentationml.slideLayout+xml"/>
  <Override PartName="/ppt/theme/theme19.xml" ContentType="application/vnd.openxmlformats-officedocument.theme+xml"/>
  <Override PartName="/ppt/slideLayouts/slideLayout248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Masters/slideMaster23.xml" ContentType="application/vnd.openxmlformats-officedocument.presentationml.slideMaster+xml"/>
  <Override PartName="/ppt/slideLayouts/slideLayout50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Masters/slideMaster9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Layouts/slideLayout215.xml" ContentType="application/vnd.openxmlformats-officedocument.presentationml.slideLayout+xml"/>
  <Override PartName="/ppt/slideLayouts/slideLayout262.xml" ContentType="application/vnd.openxmlformats-officedocument.presentationml.slideLayout+xml"/>
  <Override PartName="/ppt/theme/theme33.xml" ContentType="application/vnd.openxmlformats-officedocument.theme+xml"/>
  <Override PartName="/ppt/diagrams/layout2.xml" ContentType="application/vnd.openxmlformats-officedocument.drawingml.diagramLayout+xml"/>
  <Override PartName="/ppt/notesSlides/notesSlide8.xml" ContentType="application/vnd.openxmlformats-officedocument.presentationml.notesSlide+xml"/>
  <Default Extension="vml" ContentType="application/vnd.openxmlformats-officedocument.vmlDrawing"/>
  <Override PartName="/ppt/slideLayouts/slideLayout99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4.xml" ContentType="application/vnd.openxmlformats-officedocument.presentationml.slideLayout+xml"/>
  <Override PartName="/ppt/theme/theme22.xml" ContentType="application/vnd.openxmlformats-officedocument.theme+xml"/>
  <Override PartName="/ppt/slideLayouts/slideLayout251.xml" ContentType="application/vnd.openxmlformats-officedocument.presentationml.slideLayout+xml"/>
  <Override PartName="/ppt/slideLayouts/slideLayout338.xml" ContentType="application/vnd.openxmlformats-officedocument.presentationml.slideLayout+xml"/>
  <Override PartName="/ppt/diagrams/data3.xml" ContentType="application/vnd.openxmlformats-officedocument.drawingml.diagramData+xml"/>
  <Override PartName="/ppt/diagrams/colors5.xml" ContentType="application/vnd.openxmlformats-officedocument.drawingml.diagramColors+xml"/>
  <Override PartName="/ppt/handoutMasters/handoutMaster1.xml" ContentType="application/vnd.openxmlformats-officedocument.presentationml.handoutMaster+xml"/>
  <Override PartName="/ppt/slideLayouts/slideLayout88.xml" ContentType="application/vnd.openxmlformats-officedocument.presentationml.slideLayout+xml"/>
  <Override PartName="/ppt/theme/theme11.xml" ContentType="application/vnd.openxmlformats-officedocument.theme+xml"/>
  <Override PartName="/ppt/slideLayouts/slideLayout177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327.xml" ContentType="application/vnd.openxmlformats-officedocument.presentationml.slideLayout+xml"/>
  <Override PartName="/ppt/diagrams/drawing4.xml" ContentType="application/vnd.ms-office.drawingml.diagramDrawing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316.xml" ContentType="application/vnd.openxmlformats-officedocument.presentationml.slideLayout+xml"/>
  <Override PartName="/ppt/diagrams/quickStyle4.xml" ContentType="application/vnd.openxmlformats-officedocument.drawingml.diagramStyle+xml"/>
  <Override PartName="/ppt/slideMasters/slideMaster1.xml" ContentType="application/vnd.openxmlformats-officedocument.presentationml.slideMaster+xml"/>
  <Override PartName="/ppt/theme/theme3.xml" ContentType="application/vnd.openxmlformats-officedocument.theme+xml"/>
  <Override PartName="/ppt/slideLayouts/slideLayout55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Masters/slideMaster28.xml" ContentType="application/vnd.openxmlformats-officedocument.presentationml.slideMaster+xml"/>
  <Override PartName="/ppt/slideLayouts/slideLayout44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330.xml" ContentType="application/vnd.openxmlformats-officedocument.presentationml.slideLayout+xml"/>
  <Default Extension="rels" ContentType="application/vnd.openxmlformats-package.relationships+xml"/>
  <Override PartName="/ppt/slideMasters/slideMaster17.xml" ContentType="application/vnd.openxmlformats-officedocument.presentationml.slideMaster+xml"/>
  <Override PartName="/ppt/slideLayouts/slideLayout2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diagrams/layout7.xml" ContentType="application/vnd.openxmlformats-officedocument.drawingml.diagramLayout+xml"/>
  <Override PartName="/ppt/slides/slide12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111.xml" ContentType="application/vnd.openxmlformats-officedocument.presentationml.slideLayout+xml"/>
  <Override PartName="/ppt/theme/theme16.xml" ContentType="application/vnd.openxmlformats-officedocument.theme+xml"/>
  <Override PartName="/ppt/slideLayouts/slideLayout245.xml" ContentType="application/vnd.openxmlformats-officedocument.presentationml.slideLayout+xml"/>
  <Override PartName="/ppt/slideLayouts/slideLayout292.xml" ContentType="application/vnd.openxmlformats-officedocument.presentationml.slideLayout+xml"/>
  <Override PartName="/ppt/theme/theme27.xml" ContentType="application/vnd.openxmlformats-officedocument.theme+xml"/>
  <Override PartName="/ppt/slideMasters/slideMaster31.xml" ContentType="application/vnd.openxmlformats-officedocument.presentationml.slideMaster+xml"/>
  <Override PartName="/ppt/slideLayouts/slideLayout100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Masters/slideMaster6.xml" ContentType="application/vnd.openxmlformats-officedocument.presentationml.slideMaster+xml"/>
  <Override PartName="/ppt/slideMasters/slideMaster20.xml" ContentType="application/vnd.openxmlformats-officedocument.presentationml.slideMaster+xml"/>
  <Override PartName="/ppt/theme/theme8.xml" ContentType="application/vnd.openxmlformats-officedocument.theme+xml"/>
  <Override PartName="/ppt/slideLayouts/slideLayout223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theme/theme30.xml" ContentType="application/vnd.openxmlformats-officedocument.theme+xml"/>
  <Override PartName="/ppt/slideLayouts/slideLayout346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3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diagrams/colors2.xml" ContentType="application/vnd.openxmlformats-officedocument.drawingml.diagramColors+xml"/>
  <Override PartName="/ppt/slides/slide3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313.xml" ContentType="application/vnd.openxmlformats-officedocument.presentationml.slideLayout+xml"/>
  <Override PartName="/ppt/diagrams/drawing1.xml" ContentType="application/vnd.ms-office.drawingml.diagramDrawing+xml"/>
  <Default Extension="jpeg" ContentType="image/jpeg"/>
  <Override PartName="/ppt/slideLayouts/slideLayout16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302.xml" ContentType="application/vnd.openxmlformats-officedocument.presentationml.slideLayout+xml"/>
  <Override PartName="/ppt/diagrams/quickStyle1.xml" ContentType="application/vnd.openxmlformats-officedocument.drawingml.diagramStyle+xml"/>
  <Override PartName="/ppt/slideMasters/slideMaster25.xml" ContentType="application/vnd.openxmlformats-officedocument.presentationml.slideMaster+xml"/>
  <Override PartName="/ppt/slideLayouts/slideLayout4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Masters/slideMaster14.xml" ContentType="application/vnd.openxmlformats-officedocument.presentationml.slideMaster+xml"/>
  <Override PartName="/ppt/slideLayouts/slideLayout30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64.xml" ContentType="application/vnd.openxmlformats-officedocument.presentationml.slideLayout+xml"/>
  <Override PartName="/ppt/diagrams/layout4.xml" ContentType="application/vnd.openxmlformats-officedocument.drawingml.diagramLayout+xml"/>
  <Override PartName="/ppt/slideLayouts/slideLayout206.xml" ContentType="application/vnd.openxmlformats-officedocument.presentationml.slideLayout+xml"/>
  <Override PartName="/ppt/slideLayouts/slideLayout253.xml" ContentType="application/vnd.openxmlformats-officedocument.presentationml.slideLayout+xml"/>
  <Override PartName="/ppt/theme/theme24.xml" ContentType="application/vnd.openxmlformats-officedocument.theme+xml"/>
  <Override PartName="/ppt/diagrams/data5.xml" ContentType="application/vnd.openxmlformats-officedocument.drawingml.diagramData+xml"/>
  <Override PartName="/ppt/notesSlides/notesSlide11.xml" ContentType="application/vnd.openxmlformats-officedocument.presentationml.notesSlide+xml"/>
  <Override PartName="/ppt/diagrams/colors7.xml" ContentType="application/vnd.openxmlformats-officedocument.drawingml.diagramColors+xml"/>
  <Override PartName="/ppt/theme/theme13.xml" ContentType="application/vnd.openxmlformats-officedocument.theme+xml"/>
  <Override PartName="/ppt/slideLayouts/slideLayout179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329.xml" ContentType="application/vnd.openxmlformats-officedocument.presentationml.slideLayout+xml"/>
  <Override PartName="/ppt/diagrams/drawing6.xml" ContentType="application/vnd.ms-office.drawingml.diagramDrawing+xml"/>
  <Override PartName="/ppt/slides/slide8.xml" ContentType="application/vnd.openxmlformats-officedocument.presentationml.slide+xml"/>
  <Override PartName="/ppt/slideLayouts/slideLayout6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318.xml" ContentType="application/vnd.openxmlformats-officedocument.presentationml.slideLayout+xml"/>
  <Override PartName="/ppt/diagrams/quickStyle6.xml" ContentType="application/vnd.openxmlformats-officedocument.drawingml.diagramStyle+xml"/>
  <Override PartName="/ppt/slideMasters/slideMaster3.xml" ContentType="application/vnd.openxmlformats-officedocument.presentationml.slideMaster+xml"/>
  <Override PartName="/ppt/slideLayouts/slideLayout57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343.xml" ContentType="application/vnd.openxmlformats-officedocument.presentationml.slideLayout+xml"/>
  <Override PartName="/ppt/notesSlides/notesSlide2.xml" ContentType="application/vnd.openxmlformats-officedocument.presentationml.notesSlide+xml"/>
  <Override PartName="/ppt/slideLayouts/slideLayout135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Masters/slideMaster19.xml" ContentType="application/vnd.openxmlformats-officedocument.presentationml.slideMaster+xml"/>
  <Override PartName="/ppt/slideLayouts/slideLayout35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60.xml" ContentType="application/vnd.openxmlformats-officedocument.presentationml.slideLayout+xml"/>
  <Override PartName="/ppt/theme/themeOverride1.xml" ContentType="application/vnd.openxmlformats-officedocument.themeOverride+xml"/>
  <Override PartName="/ppt/theme/theme18.xml" ContentType="application/vnd.openxmlformats-officedocument.theme+xml"/>
  <Override PartName="/ppt/tableStyles.xml" ContentType="application/vnd.openxmlformats-officedocument.presentationml.tableStyles+xml"/>
  <Override PartName="/ppt/slideLayouts/slideLayout236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Masters/slideMaster22.xml" ContentType="application/vnd.openxmlformats-officedocument.presentationml.slideMaster+xml"/>
  <Override PartName="/ppt/slideLayouts/slideLayout198.xml" ContentType="application/vnd.openxmlformats-officedocument.presentationml.slideLayout+xml"/>
  <Override PartName="/ppt/slideLayouts/slideLayout214.xml" ContentType="application/vnd.openxmlformats-officedocument.presentationml.slideLayout+xml"/>
  <Override PartName="/ppt/theme/theme21.xml" ContentType="application/vnd.openxmlformats-officedocument.theme+xml"/>
  <Override PartName="/ppt/slideLayouts/slideLayout261.xml" ContentType="application/vnd.openxmlformats-officedocument.presentationml.slideLayout+xml"/>
  <Override PartName="/ppt/diagrams/layout1.xml" ContentType="application/vnd.openxmlformats-officedocument.drawingml.diagramLayout+xml"/>
  <Override PartName="/ppt/slideLayouts/slideLayout98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315.xml" ContentType="application/vnd.openxmlformats-officedocument.presentationml.slideLayout+xml"/>
  <Override PartName="/ppt/diagrams/drawing3.xml" ContentType="application/vnd.ms-office.drawingml.diagramDrawing+xml"/>
  <Override PartName="/ppt/slideLayouts/slideLayout107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340.xml" ContentType="application/vnd.openxmlformats-officedocument.presentationml.slideLayout+xml"/>
  <Override PartName="/ppt/presentation.xml" ContentType="application/vnd.openxmlformats-officedocument.presentationml.presentation.main+xml"/>
  <Override PartName="/ppt/slideMasters/slideMaster16.xml" ContentType="application/vnd.openxmlformats-officedocument.presentationml.slideMaster+xml"/>
  <Override PartName="/ppt/slideLayouts/slideLayout32.xml" ContentType="application/vnd.openxmlformats-officedocument.presentationml.slideLayout+xml"/>
  <Override PartName="/ppt/slideLayouts/slideLayout132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Layouts/slideLayout110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55.xml" ContentType="application/vnd.openxmlformats-officedocument.presentationml.slideLayout+xml"/>
  <Override PartName="/ppt/diagrams/data7.xml" ContentType="application/vnd.openxmlformats-officedocument.drawingml.diagramData+xml"/>
  <Override PartName="/ppt/slideLayouts/slideLayout10.xml" ContentType="application/vnd.openxmlformats-officedocument.presentationml.slideLayout+xml"/>
  <Override PartName="/ppt/theme/theme15.xml" ContentType="application/vnd.openxmlformats-officedocument.theme+xml"/>
  <Override PartName="/ppt/slideLayouts/slideLayout233.xml" ContentType="application/vnd.openxmlformats-officedocument.presentationml.slideLayout+xml"/>
  <Override PartName="/ppt/slideLayouts/slideLayout280.xml" ContentType="application/vnd.openxmlformats-officedocument.presentationml.slideLayout+xml"/>
  <Override PartName="/ppt/theme/theme7.xml" ContentType="application/vnd.openxmlformats-officedocument.theme+xml"/>
  <Override PartName="/ppt/slideLayouts/slideLayout211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334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2" r:id="rId2"/>
    <p:sldMasterId id="2147483651" r:id="rId3"/>
    <p:sldMasterId id="2147483653" r:id="rId4"/>
    <p:sldMasterId id="2147483654" r:id="rId5"/>
    <p:sldMasterId id="2147483655" r:id="rId6"/>
    <p:sldMasterId id="2147483656" r:id="rId7"/>
    <p:sldMasterId id="2147483657" r:id="rId8"/>
    <p:sldMasterId id="2147483658" r:id="rId9"/>
    <p:sldMasterId id="2147483659" r:id="rId10"/>
    <p:sldMasterId id="2147483661" r:id="rId11"/>
    <p:sldMasterId id="2147483662" r:id="rId12"/>
    <p:sldMasterId id="2147483663" r:id="rId13"/>
    <p:sldMasterId id="2147483664" r:id="rId14"/>
    <p:sldMasterId id="2147483665" r:id="rId15"/>
    <p:sldMasterId id="2147483666" r:id="rId16"/>
    <p:sldMasterId id="2147484022" r:id="rId17"/>
    <p:sldMasterId id="2147484034" r:id="rId18"/>
    <p:sldMasterId id="2147484046" r:id="rId19"/>
    <p:sldMasterId id="2147484058" r:id="rId20"/>
    <p:sldMasterId id="2147484070" r:id="rId21"/>
    <p:sldMasterId id="2147484082" r:id="rId22"/>
    <p:sldMasterId id="2147484094" r:id="rId23"/>
    <p:sldMasterId id="2147484106" r:id="rId24"/>
    <p:sldMasterId id="2147484118" r:id="rId25"/>
    <p:sldMasterId id="2147484130" r:id="rId26"/>
    <p:sldMasterId id="2147484142" r:id="rId27"/>
    <p:sldMasterId id="2147484154" r:id="rId28"/>
    <p:sldMasterId id="2147484166" r:id="rId29"/>
    <p:sldMasterId id="2147484178" r:id="rId30"/>
    <p:sldMasterId id="2147484190" r:id="rId31"/>
  </p:sldMasterIdLst>
  <p:notesMasterIdLst>
    <p:notesMasterId r:id="rId46"/>
  </p:notesMasterIdLst>
  <p:handoutMasterIdLst>
    <p:handoutMasterId r:id="rId47"/>
  </p:handoutMasterIdLst>
  <p:sldIdLst>
    <p:sldId id="256" r:id="rId32"/>
    <p:sldId id="316" r:id="rId33"/>
    <p:sldId id="324" r:id="rId34"/>
    <p:sldId id="325" r:id="rId35"/>
    <p:sldId id="326" r:id="rId36"/>
    <p:sldId id="351" r:id="rId37"/>
    <p:sldId id="350" r:id="rId38"/>
    <p:sldId id="349" r:id="rId39"/>
    <p:sldId id="348" r:id="rId40"/>
    <p:sldId id="347" r:id="rId41"/>
    <p:sldId id="301" r:id="rId42"/>
    <p:sldId id="338" r:id="rId43"/>
    <p:sldId id="321" r:id="rId44"/>
    <p:sldId id="259" r:id="rId45"/>
  </p:sldIdLst>
  <p:sldSz cx="9144000" cy="6858000" type="screen4x3"/>
  <p:notesSz cx="6781800" cy="9918700"/>
  <p:defaultTextStyle>
    <a:defPPr>
      <a:defRPr lang="nl-NL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</p:showPr>
  <p:clrMru>
    <a:srgbClr val="95B0D6"/>
    <a:srgbClr val="007AC0"/>
    <a:srgbClr val="3F9DD3"/>
    <a:srgbClr val="0033CC"/>
    <a:srgbClr val="C07C98"/>
    <a:srgbClr val="FFE66B"/>
    <a:srgbClr val="31686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20633" autoAdjust="0"/>
    <p:restoredTop sz="59936" autoAdjust="0"/>
  </p:normalViewPr>
  <p:slideViewPr>
    <p:cSldViewPr>
      <p:cViewPr varScale="1">
        <p:scale>
          <a:sx n="40" d="100"/>
          <a:sy n="40" d="100"/>
        </p:scale>
        <p:origin x="-1026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9" d="100"/>
        <a:sy n="59" d="100"/>
      </p:scale>
      <p:origin x="0" y="0"/>
    </p:cViewPr>
  </p:sorterViewPr>
  <p:notesViewPr>
    <p:cSldViewPr>
      <p:cViewPr varScale="1">
        <p:scale>
          <a:sx n="122" d="100"/>
          <a:sy n="122" d="100"/>
        </p:scale>
        <p:origin x="-324" y="-114"/>
      </p:cViewPr>
      <p:guideLst>
        <p:guide orient="horz" pos="3124"/>
        <p:guide pos="2136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slideMaster" Target="slideMasters/slideMaster26.xml"/><Relationship Id="rId39" Type="http://schemas.openxmlformats.org/officeDocument/2006/relationships/slide" Target="slides/slide8.xml"/><Relationship Id="rId3" Type="http://schemas.openxmlformats.org/officeDocument/2006/relationships/slideMaster" Target="slideMasters/slideMaster3.xml"/><Relationship Id="rId21" Type="http://schemas.openxmlformats.org/officeDocument/2006/relationships/slideMaster" Target="slideMasters/slideMaster21.xml"/><Relationship Id="rId34" Type="http://schemas.openxmlformats.org/officeDocument/2006/relationships/slide" Target="slides/slide3.xml"/><Relationship Id="rId42" Type="http://schemas.openxmlformats.org/officeDocument/2006/relationships/slide" Target="slides/slide11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Master" Target="slideMasters/slideMaster25.xml"/><Relationship Id="rId33" Type="http://schemas.openxmlformats.org/officeDocument/2006/relationships/slide" Target="slides/slide2.xml"/><Relationship Id="rId38" Type="http://schemas.openxmlformats.org/officeDocument/2006/relationships/slide" Target="slides/slide7.xml"/><Relationship Id="rId46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Master" Target="slideMasters/slideMaster20.xml"/><Relationship Id="rId29" Type="http://schemas.openxmlformats.org/officeDocument/2006/relationships/slideMaster" Target="slideMasters/slideMaster29.xml"/><Relationship Id="rId41" Type="http://schemas.openxmlformats.org/officeDocument/2006/relationships/slide" Target="slides/slide10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Master" Target="slideMasters/slideMaster24.xml"/><Relationship Id="rId32" Type="http://schemas.openxmlformats.org/officeDocument/2006/relationships/slide" Target="slides/slide1.xml"/><Relationship Id="rId37" Type="http://schemas.openxmlformats.org/officeDocument/2006/relationships/slide" Target="slides/slide6.xml"/><Relationship Id="rId40" Type="http://schemas.openxmlformats.org/officeDocument/2006/relationships/slide" Target="slides/slide9.xml"/><Relationship Id="rId45" Type="http://schemas.openxmlformats.org/officeDocument/2006/relationships/slide" Target="slides/slide14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Master" Target="slideMasters/slideMaster23.xml"/><Relationship Id="rId28" Type="http://schemas.openxmlformats.org/officeDocument/2006/relationships/slideMaster" Target="slideMasters/slideMaster28.xml"/><Relationship Id="rId36" Type="http://schemas.openxmlformats.org/officeDocument/2006/relationships/slide" Target="slides/slide5.xml"/><Relationship Id="rId49" Type="http://schemas.openxmlformats.org/officeDocument/2006/relationships/viewProps" Target="viewProps.xml"/><Relationship Id="rId10" Type="http://schemas.openxmlformats.org/officeDocument/2006/relationships/slideMaster" Target="slideMasters/slideMaster10.xml"/><Relationship Id="rId19" Type="http://schemas.openxmlformats.org/officeDocument/2006/relationships/slideMaster" Target="slideMasters/slideMaster19.xml"/><Relationship Id="rId31" Type="http://schemas.openxmlformats.org/officeDocument/2006/relationships/slideMaster" Target="slideMasters/slideMaster31.xml"/><Relationship Id="rId44" Type="http://schemas.openxmlformats.org/officeDocument/2006/relationships/slide" Target="slides/slide13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Master" Target="slideMasters/slideMaster22.xml"/><Relationship Id="rId27" Type="http://schemas.openxmlformats.org/officeDocument/2006/relationships/slideMaster" Target="slideMasters/slideMaster27.xml"/><Relationship Id="rId30" Type="http://schemas.openxmlformats.org/officeDocument/2006/relationships/slideMaster" Target="slideMasters/slideMaster30.xml"/><Relationship Id="rId35" Type="http://schemas.openxmlformats.org/officeDocument/2006/relationships/slide" Target="slides/slide4.xml"/><Relationship Id="rId43" Type="http://schemas.openxmlformats.org/officeDocument/2006/relationships/slide" Target="slides/slide12.xml"/><Relationship Id="rId48" Type="http://schemas.openxmlformats.org/officeDocument/2006/relationships/presProps" Target="presProps.xml"/><Relationship Id="rId8" Type="http://schemas.openxmlformats.org/officeDocument/2006/relationships/slideMaster" Target="slideMasters/slideMaster8.xml"/><Relationship Id="rId51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4F893B5-109F-42F9-91ED-B9F56691287D}" type="doc">
      <dgm:prSet loTypeId="urn:microsoft.com/office/officeart/2005/8/layout/list1" loCatId="list" qsTypeId="urn:microsoft.com/office/officeart/2005/8/quickstyle/simple1" qsCatId="simple" csTypeId="urn:microsoft.com/office/officeart/2005/8/colors/accent3_3" csCatId="accent3" phldr="1"/>
      <dgm:spPr/>
      <dgm:t>
        <a:bodyPr/>
        <a:lstStyle/>
        <a:p>
          <a:endParaRPr lang="nl-NL"/>
        </a:p>
      </dgm:t>
    </dgm:pt>
    <dgm:pt modelId="{56E4A889-7F32-4063-87E8-91504652ABC5}">
      <dgm:prSet phldrT="[Text]"/>
      <dgm:spPr/>
      <dgm:t>
        <a:bodyPr/>
        <a:lstStyle/>
        <a:p>
          <a:r>
            <a:rPr lang="en-US" dirty="0" smtClean="0"/>
            <a:t>3.3 – March 2010</a:t>
          </a:r>
          <a:endParaRPr lang="nl-NL" dirty="0"/>
        </a:p>
      </dgm:t>
    </dgm:pt>
    <dgm:pt modelId="{E48EBF6A-C410-4191-8D79-62A629CE5FED}" type="parTrans" cxnId="{2048E79D-CFF1-4D84-A636-3AC7B1DF1656}">
      <dgm:prSet/>
      <dgm:spPr/>
      <dgm:t>
        <a:bodyPr/>
        <a:lstStyle/>
        <a:p>
          <a:endParaRPr lang="nl-NL"/>
        </a:p>
      </dgm:t>
    </dgm:pt>
    <dgm:pt modelId="{48C64700-E502-4198-8C9B-690B5973473F}" type="sibTrans" cxnId="{2048E79D-CFF1-4D84-A636-3AC7B1DF1656}">
      <dgm:prSet/>
      <dgm:spPr/>
      <dgm:t>
        <a:bodyPr/>
        <a:lstStyle/>
        <a:p>
          <a:endParaRPr lang="nl-NL"/>
        </a:p>
      </dgm:t>
    </dgm:pt>
    <dgm:pt modelId="{15E10323-9A12-4F98-941C-7F1B0F7EC41D}">
      <dgm:prSet phldrT="[Text]"/>
      <dgm:spPr/>
      <dgm:t>
        <a:bodyPr/>
        <a:lstStyle/>
        <a:p>
          <a:r>
            <a:rPr lang="en-US" dirty="0" smtClean="0"/>
            <a:t>3.3.1 - August 2010</a:t>
          </a:r>
        </a:p>
      </dgm:t>
    </dgm:pt>
    <dgm:pt modelId="{DF756275-8A35-47A1-8892-719356F3EC60}" type="parTrans" cxnId="{51A3D17E-219D-4FE8-A5EA-42863D9FBECE}">
      <dgm:prSet/>
      <dgm:spPr/>
      <dgm:t>
        <a:bodyPr/>
        <a:lstStyle/>
        <a:p>
          <a:endParaRPr lang="nl-NL"/>
        </a:p>
      </dgm:t>
    </dgm:pt>
    <dgm:pt modelId="{2DB44975-7DF6-4293-BC74-9DCEA19D070D}" type="sibTrans" cxnId="{51A3D17E-219D-4FE8-A5EA-42863D9FBECE}">
      <dgm:prSet/>
      <dgm:spPr/>
      <dgm:t>
        <a:bodyPr/>
        <a:lstStyle/>
        <a:p>
          <a:endParaRPr lang="nl-NL"/>
        </a:p>
      </dgm:t>
    </dgm:pt>
    <dgm:pt modelId="{0641B2A2-1A4D-414E-B101-179E8304F55F}">
      <dgm:prSet phldrT="[Text]"/>
      <dgm:spPr/>
      <dgm:t>
        <a:bodyPr/>
        <a:lstStyle/>
        <a:p>
          <a:r>
            <a:rPr lang="en-US" dirty="0" smtClean="0"/>
            <a:t>SSL for login &amp; change password pages</a:t>
          </a:r>
        </a:p>
      </dgm:t>
    </dgm:pt>
    <dgm:pt modelId="{E6069F18-2155-423D-BDFA-C78E8A250D31}" type="parTrans" cxnId="{DCF1B554-8507-4B5E-B56E-937625E8C952}">
      <dgm:prSet/>
      <dgm:spPr/>
      <dgm:t>
        <a:bodyPr/>
        <a:lstStyle/>
        <a:p>
          <a:endParaRPr lang="nl-NL"/>
        </a:p>
      </dgm:t>
    </dgm:pt>
    <dgm:pt modelId="{DF36F14D-0B6D-41DB-8DEE-ECDC25E8B44C}" type="sibTrans" cxnId="{DCF1B554-8507-4B5E-B56E-937625E8C952}">
      <dgm:prSet/>
      <dgm:spPr/>
      <dgm:t>
        <a:bodyPr/>
        <a:lstStyle/>
        <a:p>
          <a:endParaRPr lang="nl-NL"/>
        </a:p>
      </dgm:t>
    </dgm:pt>
    <dgm:pt modelId="{C0CA42C0-DCCE-4B74-A948-079BCFDED5C0}">
      <dgm:prSet/>
      <dgm:spPr/>
      <dgm:t>
        <a:bodyPr/>
        <a:lstStyle/>
        <a:p>
          <a:r>
            <a:rPr lang="en-US" dirty="0" smtClean="0"/>
            <a:t>Edit contact info &amp; passwords</a:t>
          </a:r>
        </a:p>
      </dgm:t>
    </dgm:pt>
    <dgm:pt modelId="{962234AF-4D7A-466A-AED8-DCD46F3D0908}" type="parTrans" cxnId="{55A8106B-682C-47F5-AA83-E4ABC949B965}">
      <dgm:prSet/>
      <dgm:spPr/>
      <dgm:t>
        <a:bodyPr/>
        <a:lstStyle/>
        <a:p>
          <a:endParaRPr lang="nl-NL"/>
        </a:p>
      </dgm:t>
    </dgm:pt>
    <dgm:pt modelId="{67BC0083-CF8D-4DC5-B537-A6B0832480B7}" type="sibTrans" cxnId="{55A8106B-682C-47F5-AA83-E4ABC949B965}">
      <dgm:prSet/>
      <dgm:spPr/>
      <dgm:t>
        <a:bodyPr/>
        <a:lstStyle/>
        <a:p>
          <a:endParaRPr lang="nl-NL"/>
        </a:p>
      </dgm:t>
    </dgm:pt>
    <dgm:pt modelId="{9BD6D41E-AF9D-402F-B4F9-66DC3D0A8769}">
      <dgm:prSet/>
      <dgm:spPr/>
      <dgm:t>
        <a:bodyPr/>
        <a:lstStyle/>
        <a:p>
          <a:r>
            <a:rPr lang="en-US" dirty="0" smtClean="0"/>
            <a:t>Enter publications</a:t>
          </a:r>
        </a:p>
      </dgm:t>
    </dgm:pt>
    <dgm:pt modelId="{D695DFB8-7512-49E1-AD63-4223AE21A3B9}" type="parTrans" cxnId="{530CE5EA-5864-4C81-8C87-97EDBC048E24}">
      <dgm:prSet/>
      <dgm:spPr/>
      <dgm:t>
        <a:bodyPr/>
        <a:lstStyle/>
        <a:p>
          <a:endParaRPr lang="nl-NL"/>
        </a:p>
      </dgm:t>
    </dgm:pt>
    <dgm:pt modelId="{BDC5C9A5-86B8-40FE-AB7C-0890014C6379}" type="sibTrans" cxnId="{530CE5EA-5864-4C81-8C87-97EDBC048E24}">
      <dgm:prSet/>
      <dgm:spPr/>
      <dgm:t>
        <a:bodyPr/>
        <a:lstStyle/>
        <a:p>
          <a:endParaRPr lang="nl-NL"/>
        </a:p>
      </dgm:t>
    </dgm:pt>
    <dgm:pt modelId="{EDF44F59-8E0D-411E-B9FB-C5E65DBFF6E0}">
      <dgm:prSet/>
      <dgm:spPr/>
      <dgm:t>
        <a:bodyPr/>
        <a:lstStyle/>
        <a:p>
          <a:r>
            <a:rPr lang="en-US" dirty="0" smtClean="0"/>
            <a:t>Publications</a:t>
          </a:r>
        </a:p>
      </dgm:t>
    </dgm:pt>
    <dgm:pt modelId="{E81BA640-A20B-4CA1-A1D0-FFC97B46BC56}" type="parTrans" cxnId="{CC43D26F-7485-4129-8201-134624A8C2FC}">
      <dgm:prSet/>
      <dgm:spPr/>
      <dgm:t>
        <a:bodyPr/>
        <a:lstStyle/>
        <a:p>
          <a:endParaRPr lang="nl-NL"/>
        </a:p>
      </dgm:t>
    </dgm:pt>
    <dgm:pt modelId="{B6B95879-C5AC-4CA7-9BC3-38CC7CB59533}" type="sibTrans" cxnId="{CC43D26F-7485-4129-8201-134624A8C2FC}">
      <dgm:prSet/>
      <dgm:spPr/>
      <dgm:t>
        <a:bodyPr/>
        <a:lstStyle/>
        <a:p>
          <a:endParaRPr lang="nl-NL"/>
        </a:p>
      </dgm:t>
    </dgm:pt>
    <dgm:pt modelId="{EFCC8D9E-0313-4D2F-8D8A-FD5A3D5473D4}">
      <dgm:prSet/>
      <dgm:spPr/>
      <dgm:t>
        <a:bodyPr/>
        <a:lstStyle/>
        <a:p>
          <a:r>
            <a:rPr lang="en-US" dirty="0" smtClean="0"/>
            <a:t>Related to Study Units</a:t>
          </a:r>
        </a:p>
      </dgm:t>
    </dgm:pt>
    <dgm:pt modelId="{B1E876A7-48BD-494F-868C-65C2C6A5AB31}" type="parTrans" cxnId="{386881FB-8E48-423C-A3B2-6ED4623AE15F}">
      <dgm:prSet/>
      <dgm:spPr/>
      <dgm:t>
        <a:bodyPr/>
        <a:lstStyle/>
        <a:p>
          <a:endParaRPr lang="nl-NL"/>
        </a:p>
      </dgm:t>
    </dgm:pt>
    <dgm:pt modelId="{49013545-64FB-4ACB-A537-7C5C8E08C44C}" type="sibTrans" cxnId="{386881FB-8E48-423C-A3B2-6ED4623AE15F}">
      <dgm:prSet/>
      <dgm:spPr/>
      <dgm:t>
        <a:bodyPr/>
        <a:lstStyle/>
        <a:p>
          <a:endParaRPr lang="nl-NL"/>
        </a:p>
      </dgm:t>
    </dgm:pt>
    <dgm:pt modelId="{4901C9ED-5BF2-4BDD-9B7D-D9F102B659B6}">
      <dgm:prSet/>
      <dgm:spPr/>
      <dgm:t>
        <a:bodyPr/>
        <a:lstStyle/>
        <a:p>
          <a:r>
            <a:rPr lang="en-US" dirty="0" smtClean="0"/>
            <a:t>Moderated</a:t>
          </a:r>
        </a:p>
      </dgm:t>
    </dgm:pt>
    <dgm:pt modelId="{35415AA5-C397-44D7-876E-99CDAA563ECC}" type="parTrans" cxnId="{767492FE-2C90-4229-AF80-B579C045A757}">
      <dgm:prSet/>
      <dgm:spPr/>
      <dgm:t>
        <a:bodyPr/>
        <a:lstStyle/>
        <a:p>
          <a:endParaRPr lang="nl-NL"/>
        </a:p>
      </dgm:t>
    </dgm:pt>
    <dgm:pt modelId="{848A5EEF-4229-4759-8B86-AF6FE2ABF38C}" type="sibTrans" cxnId="{767492FE-2C90-4229-AF80-B579C045A757}">
      <dgm:prSet/>
      <dgm:spPr/>
      <dgm:t>
        <a:bodyPr/>
        <a:lstStyle/>
        <a:p>
          <a:endParaRPr lang="nl-NL"/>
        </a:p>
      </dgm:t>
    </dgm:pt>
    <dgm:pt modelId="{0BE99F8B-42A6-4816-8597-EC8FFFCE4284}">
      <dgm:prSet/>
      <dgm:spPr/>
      <dgm:t>
        <a:bodyPr/>
        <a:lstStyle/>
        <a:p>
          <a:r>
            <a:rPr lang="en-US" dirty="0" smtClean="0"/>
            <a:t>RSS feed for notifications</a:t>
          </a:r>
        </a:p>
      </dgm:t>
    </dgm:pt>
    <dgm:pt modelId="{5AEFD3B0-8F94-43D2-AEDF-A3C462415A92}" type="parTrans" cxnId="{567E8F8F-02F4-4A7D-AF8C-3CD5EB616BA6}">
      <dgm:prSet/>
      <dgm:spPr/>
      <dgm:t>
        <a:bodyPr/>
        <a:lstStyle/>
        <a:p>
          <a:endParaRPr lang="nl-NL"/>
        </a:p>
      </dgm:t>
    </dgm:pt>
    <dgm:pt modelId="{33066012-E831-49B7-A434-3EB3BB0A3D08}" type="sibTrans" cxnId="{567E8F8F-02F4-4A7D-AF8C-3CD5EB616BA6}">
      <dgm:prSet/>
      <dgm:spPr/>
      <dgm:t>
        <a:bodyPr/>
        <a:lstStyle/>
        <a:p>
          <a:endParaRPr lang="nl-NL"/>
        </a:p>
      </dgm:t>
    </dgm:pt>
    <dgm:pt modelId="{1AA2696E-95B6-4C3B-A491-0A6F565593BE}">
      <dgm:prSet/>
      <dgm:spPr/>
      <dgm:t>
        <a:bodyPr/>
        <a:lstStyle/>
        <a:p>
          <a:r>
            <a:rPr lang="en-US" dirty="0" smtClean="0"/>
            <a:t>Database constraints</a:t>
          </a:r>
        </a:p>
      </dgm:t>
    </dgm:pt>
    <dgm:pt modelId="{AEEC0037-5897-4589-8237-B850194D1138}" type="parTrans" cxnId="{EB119A59-B77C-4448-9A46-B09A050DCD4F}">
      <dgm:prSet/>
      <dgm:spPr/>
      <dgm:t>
        <a:bodyPr/>
        <a:lstStyle/>
        <a:p>
          <a:endParaRPr lang="nl-NL"/>
        </a:p>
      </dgm:t>
    </dgm:pt>
    <dgm:pt modelId="{A31F979B-9328-4C26-89A8-5CF50CFD96D7}" type="sibTrans" cxnId="{EB119A59-B77C-4448-9A46-B09A050DCD4F}">
      <dgm:prSet/>
      <dgm:spPr/>
      <dgm:t>
        <a:bodyPr/>
        <a:lstStyle/>
        <a:p>
          <a:endParaRPr lang="nl-NL"/>
        </a:p>
      </dgm:t>
    </dgm:pt>
    <dgm:pt modelId="{76CD12CB-A905-4DC6-B4A3-B1E37D4930BB}">
      <dgm:prSet/>
      <dgm:spPr/>
      <dgm:t>
        <a:bodyPr/>
        <a:lstStyle/>
        <a:p>
          <a:r>
            <a:rPr lang="en-US" dirty="0" smtClean="0"/>
            <a:t>For valid DDI 3.1 export</a:t>
          </a:r>
        </a:p>
      </dgm:t>
    </dgm:pt>
    <dgm:pt modelId="{BA19636E-F737-4A5E-A1B1-6E4594DF9FCA}" type="parTrans" cxnId="{FEB8F92B-FF1E-47DA-A623-6B90D654D99C}">
      <dgm:prSet/>
      <dgm:spPr/>
      <dgm:t>
        <a:bodyPr/>
        <a:lstStyle/>
        <a:p>
          <a:endParaRPr lang="nl-NL"/>
        </a:p>
      </dgm:t>
    </dgm:pt>
    <dgm:pt modelId="{71FCEEA3-3DF0-4E5F-81B6-5940A76E649B}" type="sibTrans" cxnId="{FEB8F92B-FF1E-47DA-A623-6B90D654D99C}">
      <dgm:prSet/>
      <dgm:spPr/>
      <dgm:t>
        <a:bodyPr/>
        <a:lstStyle/>
        <a:p>
          <a:endParaRPr lang="nl-NL"/>
        </a:p>
      </dgm:t>
    </dgm:pt>
    <dgm:pt modelId="{A99E7CD3-7438-475C-A52A-8223E57E3195}">
      <dgm:prSet phldrT="[Text]"/>
      <dgm:spPr/>
      <dgm:t>
        <a:bodyPr/>
        <a:lstStyle/>
        <a:p>
          <a:r>
            <a:rPr lang="en-US" dirty="0" smtClean="0"/>
            <a:t>User Profiles</a:t>
          </a:r>
          <a:endParaRPr lang="nl-NL" dirty="0"/>
        </a:p>
      </dgm:t>
    </dgm:pt>
    <dgm:pt modelId="{B178C771-0BA0-4C03-8230-4CF9ABAA1F64}" type="parTrans" cxnId="{98A81A7B-1614-4BE9-801B-9C1CB301C9C9}">
      <dgm:prSet/>
      <dgm:spPr/>
    </dgm:pt>
    <dgm:pt modelId="{D5FEA03C-2E9F-40C6-B5D3-5ED3342B82BF}" type="sibTrans" cxnId="{98A81A7B-1614-4BE9-801B-9C1CB301C9C9}">
      <dgm:prSet/>
      <dgm:spPr/>
    </dgm:pt>
    <dgm:pt modelId="{77D8F24A-EFD2-4BBB-89AE-5BE7C72AC948}" type="pres">
      <dgm:prSet presAssocID="{44F893B5-109F-42F9-91ED-B9F56691287D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nl-NL"/>
        </a:p>
      </dgm:t>
    </dgm:pt>
    <dgm:pt modelId="{125A87BE-4C20-4F39-825B-1A730782B54C}" type="pres">
      <dgm:prSet presAssocID="{56E4A889-7F32-4063-87E8-91504652ABC5}" presName="parentLin" presStyleCnt="0"/>
      <dgm:spPr/>
    </dgm:pt>
    <dgm:pt modelId="{4ADDA41F-41E1-4851-9217-135E73BBDDAC}" type="pres">
      <dgm:prSet presAssocID="{56E4A889-7F32-4063-87E8-91504652ABC5}" presName="parentLeftMargin" presStyleLbl="node1" presStyleIdx="0" presStyleCnt="2"/>
      <dgm:spPr/>
      <dgm:t>
        <a:bodyPr/>
        <a:lstStyle/>
        <a:p>
          <a:endParaRPr lang="nl-NL"/>
        </a:p>
      </dgm:t>
    </dgm:pt>
    <dgm:pt modelId="{B3B895C6-A80F-4B6F-B886-12E5A3B713C9}" type="pres">
      <dgm:prSet presAssocID="{56E4A889-7F32-4063-87E8-91504652ABC5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nl-NL"/>
        </a:p>
      </dgm:t>
    </dgm:pt>
    <dgm:pt modelId="{FEEA56DA-083C-4464-B432-51BB27D3B68B}" type="pres">
      <dgm:prSet presAssocID="{56E4A889-7F32-4063-87E8-91504652ABC5}" presName="negativeSpace" presStyleCnt="0"/>
      <dgm:spPr/>
    </dgm:pt>
    <dgm:pt modelId="{DC1DFD30-CB1D-4D76-99EA-FC3FF43D4173}" type="pres">
      <dgm:prSet presAssocID="{56E4A889-7F32-4063-87E8-91504652ABC5}" presName="childText" presStyleLbl="conFgAcc1" presStyleIdx="0" presStyleCnt="2">
        <dgm:presLayoutVars>
          <dgm:bulletEnabled val="1"/>
        </dgm:presLayoutVars>
      </dgm:prSet>
      <dgm:spPr/>
      <dgm:t>
        <a:bodyPr/>
        <a:lstStyle/>
        <a:p>
          <a:endParaRPr lang="nl-NL"/>
        </a:p>
      </dgm:t>
    </dgm:pt>
    <dgm:pt modelId="{1D64D6BE-3A92-4F96-9E10-4DABFA34F385}" type="pres">
      <dgm:prSet presAssocID="{48C64700-E502-4198-8C9B-690B5973473F}" presName="spaceBetweenRectangles" presStyleCnt="0"/>
      <dgm:spPr/>
    </dgm:pt>
    <dgm:pt modelId="{A19BC31A-D124-41D1-AF18-38AA97E86723}" type="pres">
      <dgm:prSet presAssocID="{15E10323-9A12-4F98-941C-7F1B0F7EC41D}" presName="parentLin" presStyleCnt="0"/>
      <dgm:spPr/>
    </dgm:pt>
    <dgm:pt modelId="{FCC71C5A-F841-430B-971C-66429E0EB7AC}" type="pres">
      <dgm:prSet presAssocID="{15E10323-9A12-4F98-941C-7F1B0F7EC41D}" presName="parentLeftMargin" presStyleLbl="node1" presStyleIdx="0" presStyleCnt="2"/>
      <dgm:spPr/>
      <dgm:t>
        <a:bodyPr/>
        <a:lstStyle/>
        <a:p>
          <a:endParaRPr lang="nl-NL"/>
        </a:p>
      </dgm:t>
    </dgm:pt>
    <dgm:pt modelId="{D64E8C8C-B410-4624-8563-4476C9D04154}" type="pres">
      <dgm:prSet presAssocID="{15E10323-9A12-4F98-941C-7F1B0F7EC41D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nl-NL"/>
        </a:p>
      </dgm:t>
    </dgm:pt>
    <dgm:pt modelId="{C655B404-2C5B-44E9-B45E-47225DFB6D8B}" type="pres">
      <dgm:prSet presAssocID="{15E10323-9A12-4F98-941C-7F1B0F7EC41D}" presName="negativeSpace" presStyleCnt="0"/>
      <dgm:spPr/>
    </dgm:pt>
    <dgm:pt modelId="{F882D051-E34D-49BE-A18F-D01D87560FEE}" type="pres">
      <dgm:prSet presAssocID="{15E10323-9A12-4F98-941C-7F1B0F7EC41D}" presName="childText" presStyleLbl="conFgAcc1" presStyleIdx="1" presStyleCnt="2">
        <dgm:presLayoutVars>
          <dgm:bulletEnabled val="1"/>
        </dgm:presLayoutVars>
      </dgm:prSet>
      <dgm:spPr/>
      <dgm:t>
        <a:bodyPr/>
        <a:lstStyle/>
        <a:p>
          <a:endParaRPr lang="nl-NL"/>
        </a:p>
      </dgm:t>
    </dgm:pt>
  </dgm:ptLst>
  <dgm:cxnLst>
    <dgm:cxn modelId="{4B2F8FD6-94B0-495E-A27E-6CE13A7014FB}" type="presOf" srcId="{EDF44F59-8E0D-411E-B9FB-C5E65DBFF6E0}" destId="{DC1DFD30-CB1D-4D76-99EA-FC3FF43D4173}" srcOrd="0" destOrd="3" presId="urn:microsoft.com/office/officeart/2005/8/layout/list1"/>
    <dgm:cxn modelId="{386881FB-8E48-423C-A3B2-6ED4623AE15F}" srcId="{EDF44F59-8E0D-411E-B9FB-C5E65DBFF6E0}" destId="{EFCC8D9E-0313-4D2F-8D8A-FD5A3D5473D4}" srcOrd="0" destOrd="0" parTransId="{B1E876A7-48BD-494F-868C-65C2C6A5AB31}" sibTransId="{49013545-64FB-4ACB-A537-7C5C8E08C44C}"/>
    <dgm:cxn modelId="{1560FC5E-7DF7-48B7-8AF7-B0D1AF731F11}" type="presOf" srcId="{15E10323-9A12-4F98-941C-7F1B0F7EC41D}" destId="{FCC71C5A-F841-430B-971C-66429E0EB7AC}" srcOrd="0" destOrd="0" presId="urn:microsoft.com/office/officeart/2005/8/layout/list1"/>
    <dgm:cxn modelId="{73F75837-1270-4432-A2E8-12DEAF9A1BC7}" type="presOf" srcId="{0641B2A2-1A4D-414E-B101-179E8304F55F}" destId="{F882D051-E34D-49BE-A18F-D01D87560FEE}" srcOrd="0" destOrd="0" presId="urn:microsoft.com/office/officeart/2005/8/layout/list1"/>
    <dgm:cxn modelId="{85B23130-6B54-4DA0-BA74-C3427346BADC}" type="presOf" srcId="{76CD12CB-A905-4DC6-B4A3-B1E37D4930BB}" destId="{DC1DFD30-CB1D-4D76-99EA-FC3FF43D4173}" srcOrd="0" destOrd="8" presId="urn:microsoft.com/office/officeart/2005/8/layout/list1"/>
    <dgm:cxn modelId="{D2F2A3AE-A623-4581-AABF-D24273DE137C}" type="presOf" srcId="{9BD6D41E-AF9D-402F-B4F9-66DC3D0A8769}" destId="{DC1DFD30-CB1D-4D76-99EA-FC3FF43D4173}" srcOrd="0" destOrd="2" presId="urn:microsoft.com/office/officeart/2005/8/layout/list1"/>
    <dgm:cxn modelId="{530CE5EA-5864-4C81-8C87-97EDBC048E24}" srcId="{A99E7CD3-7438-475C-A52A-8223E57E3195}" destId="{9BD6D41E-AF9D-402F-B4F9-66DC3D0A8769}" srcOrd="1" destOrd="0" parTransId="{D695DFB8-7512-49E1-AD63-4223AE21A3B9}" sibTransId="{BDC5C9A5-86B8-40FE-AB7C-0890014C6379}"/>
    <dgm:cxn modelId="{51A3D17E-219D-4FE8-A5EA-42863D9FBECE}" srcId="{44F893B5-109F-42F9-91ED-B9F56691287D}" destId="{15E10323-9A12-4F98-941C-7F1B0F7EC41D}" srcOrd="1" destOrd="0" parTransId="{DF756275-8A35-47A1-8892-719356F3EC60}" sibTransId="{2DB44975-7DF6-4293-BC74-9DCEA19D070D}"/>
    <dgm:cxn modelId="{567E8F8F-02F4-4A7D-AF8C-3CD5EB616BA6}" srcId="{EDF44F59-8E0D-411E-B9FB-C5E65DBFF6E0}" destId="{0BE99F8B-42A6-4816-8597-EC8FFFCE4284}" srcOrd="2" destOrd="0" parTransId="{5AEFD3B0-8F94-43D2-AEDF-A3C462415A92}" sibTransId="{33066012-E831-49B7-A434-3EB3BB0A3D08}"/>
    <dgm:cxn modelId="{2048E79D-CFF1-4D84-A636-3AC7B1DF1656}" srcId="{44F893B5-109F-42F9-91ED-B9F56691287D}" destId="{56E4A889-7F32-4063-87E8-91504652ABC5}" srcOrd="0" destOrd="0" parTransId="{E48EBF6A-C410-4191-8D79-62A629CE5FED}" sibTransId="{48C64700-E502-4198-8C9B-690B5973473F}"/>
    <dgm:cxn modelId="{DA7EE5A9-352E-48FC-8099-273AA25E5261}" type="presOf" srcId="{EFCC8D9E-0313-4D2F-8D8A-FD5A3D5473D4}" destId="{DC1DFD30-CB1D-4D76-99EA-FC3FF43D4173}" srcOrd="0" destOrd="4" presId="urn:microsoft.com/office/officeart/2005/8/layout/list1"/>
    <dgm:cxn modelId="{1BA7B2FB-C01C-4BEA-B270-E34B01C0EF99}" type="presOf" srcId="{56E4A889-7F32-4063-87E8-91504652ABC5}" destId="{4ADDA41F-41E1-4851-9217-135E73BBDDAC}" srcOrd="0" destOrd="0" presId="urn:microsoft.com/office/officeart/2005/8/layout/list1"/>
    <dgm:cxn modelId="{4FDD800E-1B88-466E-90AA-630E9D27FD47}" type="presOf" srcId="{56E4A889-7F32-4063-87E8-91504652ABC5}" destId="{B3B895C6-A80F-4B6F-B886-12E5A3B713C9}" srcOrd="1" destOrd="0" presId="urn:microsoft.com/office/officeart/2005/8/layout/list1"/>
    <dgm:cxn modelId="{98A81A7B-1614-4BE9-801B-9C1CB301C9C9}" srcId="{56E4A889-7F32-4063-87E8-91504652ABC5}" destId="{A99E7CD3-7438-475C-A52A-8223E57E3195}" srcOrd="0" destOrd="0" parTransId="{B178C771-0BA0-4C03-8230-4CF9ABAA1F64}" sibTransId="{D5FEA03C-2E9F-40C6-B5D3-5ED3342B82BF}"/>
    <dgm:cxn modelId="{55A8106B-682C-47F5-AA83-E4ABC949B965}" srcId="{A99E7CD3-7438-475C-A52A-8223E57E3195}" destId="{C0CA42C0-DCCE-4B74-A948-079BCFDED5C0}" srcOrd="0" destOrd="0" parTransId="{962234AF-4D7A-466A-AED8-DCD46F3D0908}" sibTransId="{67BC0083-CF8D-4DC5-B537-A6B0832480B7}"/>
    <dgm:cxn modelId="{ADEF76D7-32CD-4593-8115-021C45F0AE66}" type="presOf" srcId="{15E10323-9A12-4F98-941C-7F1B0F7EC41D}" destId="{D64E8C8C-B410-4624-8563-4476C9D04154}" srcOrd="1" destOrd="0" presId="urn:microsoft.com/office/officeart/2005/8/layout/list1"/>
    <dgm:cxn modelId="{E79C07FE-30F4-4F8F-8700-AD6B4FB8A1A7}" type="presOf" srcId="{44F893B5-109F-42F9-91ED-B9F56691287D}" destId="{77D8F24A-EFD2-4BBB-89AE-5BE7C72AC948}" srcOrd="0" destOrd="0" presId="urn:microsoft.com/office/officeart/2005/8/layout/list1"/>
    <dgm:cxn modelId="{4BC1D998-AC20-4730-AD5E-9C7C79478200}" type="presOf" srcId="{A99E7CD3-7438-475C-A52A-8223E57E3195}" destId="{DC1DFD30-CB1D-4D76-99EA-FC3FF43D4173}" srcOrd="0" destOrd="0" presId="urn:microsoft.com/office/officeart/2005/8/layout/list1"/>
    <dgm:cxn modelId="{4191EE69-80E9-4C0A-992E-0BB817F0CB39}" type="presOf" srcId="{0BE99F8B-42A6-4816-8597-EC8FFFCE4284}" destId="{DC1DFD30-CB1D-4D76-99EA-FC3FF43D4173}" srcOrd="0" destOrd="6" presId="urn:microsoft.com/office/officeart/2005/8/layout/list1"/>
    <dgm:cxn modelId="{C55CA462-BFD5-46F7-847D-D080D9AC91E1}" type="presOf" srcId="{C0CA42C0-DCCE-4B74-A948-079BCFDED5C0}" destId="{DC1DFD30-CB1D-4D76-99EA-FC3FF43D4173}" srcOrd="0" destOrd="1" presId="urn:microsoft.com/office/officeart/2005/8/layout/list1"/>
    <dgm:cxn modelId="{FEB8F92B-FF1E-47DA-A623-6B90D654D99C}" srcId="{1AA2696E-95B6-4C3B-A491-0A6F565593BE}" destId="{76CD12CB-A905-4DC6-B4A3-B1E37D4930BB}" srcOrd="0" destOrd="0" parTransId="{BA19636E-F737-4A5E-A1B1-6E4594DF9FCA}" sibTransId="{71FCEEA3-3DF0-4E5F-81B6-5940A76E649B}"/>
    <dgm:cxn modelId="{CE901100-4B50-4DDA-87CC-287FFAFDD3C4}" type="presOf" srcId="{1AA2696E-95B6-4C3B-A491-0A6F565593BE}" destId="{DC1DFD30-CB1D-4D76-99EA-FC3FF43D4173}" srcOrd="0" destOrd="7" presId="urn:microsoft.com/office/officeart/2005/8/layout/list1"/>
    <dgm:cxn modelId="{767492FE-2C90-4229-AF80-B579C045A757}" srcId="{EDF44F59-8E0D-411E-B9FB-C5E65DBFF6E0}" destId="{4901C9ED-5BF2-4BDD-9B7D-D9F102B659B6}" srcOrd="1" destOrd="0" parTransId="{35415AA5-C397-44D7-876E-99CDAA563ECC}" sibTransId="{848A5EEF-4229-4759-8B86-AF6FE2ABF38C}"/>
    <dgm:cxn modelId="{05ED9A0B-EA9C-4AEC-B68D-BE545444B3D0}" type="presOf" srcId="{4901C9ED-5BF2-4BDD-9B7D-D9F102B659B6}" destId="{DC1DFD30-CB1D-4D76-99EA-FC3FF43D4173}" srcOrd="0" destOrd="5" presId="urn:microsoft.com/office/officeart/2005/8/layout/list1"/>
    <dgm:cxn modelId="{DCF1B554-8507-4B5E-B56E-937625E8C952}" srcId="{15E10323-9A12-4F98-941C-7F1B0F7EC41D}" destId="{0641B2A2-1A4D-414E-B101-179E8304F55F}" srcOrd="0" destOrd="0" parTransId="{E6069F18-2155-423D-BDFA-C78E8A250D31}" sibTransId="{DF36F14D-0B6D-41DB-8DEE-ECDC25E8B44C}"/>
    <dgm:cxn modelId="{EB119A59-B77C-4448-9A46-B09A050DCD4F}" srcId="{56E4A889-7F32-4063-87E8-91504652ABC5}" destId="{1AA2696E-95B6-4C3B-A491-0A6F565593BE}" srcOrd="2" destOrd="0" parTransId="{AEEC0037-5897-4589-8237-B850194D1138}" sibTransId="{A31F979B-9328-4C26-89A8-5CF50CFD96D7}"/>
    <dgm:cxn modelId="{CC43D26F-7485-4129-8201-134624A8C2FC}" srcId="{56E4A889-7F32-4063-87E8-91504652ABC5}" destId="{EDF44F59-8E0D-411E-B9FB-C5E65DBFF6E0}" srcOrd="1" destOrd="0" parTransId="{E81BA640-A20B-4CA1-A1D0-FFC97B46BC56}" sibTransId="{B6B95879-C5AC-4CA7-9BC3-38CC7CB59533}"/>
    <dgm:cxn modelId="{0F9370B4-E9B0-4648-AD83-3C681CFBCF61}" type="presParOf" srcId="{77D8F24A-EFD2-4BBB-89AE-5BE7C72AC948}" destId="{125A87BE-4C20-4F39-825B-1A730782B54C}" srcOrd="0" destOrd="0" presId="urn:microsoft.com/office/officeart/2005/8/layout/list1"/>
    <dgm:cxn modelId="{22B233BB-F499-40D1-AEDF-6E3707E58B44}" type="presParOf" srcId="{125A87BE-4C20-4F39-825B-1A730782B54C}" destId="{4ADDA41F-41E1-4851-9217-135E73BBDDAC}" srcOrd="0" destOrd="0" presId="urn:microsoft.com/office/officeart/2005/8/layout/list1"/>
    <dgm:cxn modelId="{EBB197AA-FC78-4434-9503-70B1BBE6DCE5}" type="presParOf" srcId="{125A87BE-4C20-4F39-825B-1A730782B54C}" destId="{B3B895C6-A80F-4B6F-B886-12E5A3B713C9}" srcOrd="1" destOrd="0" presId="urn:microsoft.com/office/officeart/2005/8/layout/list1"/>
    <dgm:cxn modelId="{7E5B9BE1-F785-40ED-AFF2-6A2975961C86}" type="presParOf" srcId="{77D8F24A-EFD2-4BBB-89AE-5BE7C72AC948}" destId="{FEEA56DA-083C-4464-B432-51BB27D3B68B}" srcOrd="1" destOrd="0" presId="urn:microsoft.com/office/officeart/2005/8/layout/list1"/>
    <dgm:cxn modelId="{054D9161-58DE-4635-98DB-065430F6B185}" type="presParOf" srcId="{77D8F24A-EFD2-4BBB-89AE-5BE7C72AC948}" destId="{DC1DFD30-CB1D-4D76-99EA-FC3FF43D4173}" srcOrd="2" destOrd="0" presId="urn:microsoft.com/office/officeart/2005/8/layout/list1"/>
    <dgm:cxn modelId="{62675840-3446-46F9-A009-E572FCF86845}" type="presParOf" srcId="{77D8F24A-EFD2-4BBB-89AE-5BE7C72AC948}" destId="{1D64D6BE-3A92-4F96-9E10-4DABFA34F385}" srcOrd="3" destOrd="0" presId="urn:microsoft.com/office/officeart/2005/8/layout/list1"/>
    <dgm:cxn modelId="{D614B1D6-0FE7-452A-91A0-0D21FC291D22}" type="presParOf" srcId="{77D8F24A-EFD2-4BBB-89AE-5BE7C72AC948}" destId="{A19BC31A-D124-41D1-AF18-38AA97E86723}" srcOrd="4" destOrd="0" presId="urn:microsoft.com/office/officeart/2005/8/layout/list1"/>
    <dgm:cxn modelId="{D0D89DFF-F802-40E2-8C62-FC58532F99A6}" type="presParOf" srcId="{A19BC31A-D124-41D1-AF18-38AA97E86723}" destId="{FCC71C5A-F841-430B-971C-66429E0EB7AC}" srcOrd="0" destOrd="0" presId="urn:microsoft.com/office/officeart/2005/8/layout/list1"/>
    <dgm:cxn modelId="{C1137A39-50FB-4351-9EF3-243B1B778358}" type="presParOf" srcId="{A19BC31A-D124-41D1-AF18-38AA97E86723}" destId="{D64E8C8C-B410-4624-8563-4476C9D04154}" srcOrd="1" destOrd="0" presId="urn:microsoft.com/office/officeart/2005/8/layout/list1"/>
    <dgm:cxn modelId="{B099783A-F2CF-4931-B3BF-73C2080D0D03}" type="presParOf" srcId="{77D8F24A-EFD2-4BBB-89AE-5BE7C72AC948}" destId="{C655B404-2C5B-44E9-B45E-47225DFB6D8B}" srcOrd="5" destOrd="0" presId="urn:microsoft.com/office/officeart/2005/8/layout/list1"/>
    <dgm:cxn modelId="{39D06D53-0EDB-45EF-A3E8-6AE7CFDDF68E}" type="presParOf" srcId="{77D8F24A-EFD2-4BBB-89AE-5BE7C72AC948}" destId="{F882D051-E34D-49BE-A18F-D01D87560FEE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F89F560-C63B-4925-B2BF-928E56CDDF88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nl-NL"/>
        </a:p>
      </dgm:t>
    </dgm:pt>
    <dgm:pt modelId="{B3F42159-6BA6-4FC5-A3A6-C77E3D9747E1}">
      <dgm:prSet phldrT="[Text]"/>
      <dgm:spPr>
        <a:solidFill>
          <a:srgbClr val="007AC0"/>
        </a:solidFill>
      </dgm:spPr>
      <dgm:t>
        <a:bodyPr/>
        <a:lstStyle/>
        <a:p>
          <a:r>
            <a:rPr lang="en-US" dirty="0" smtClean="0"/>
            <a:t>Multiple panel support</a:t>
          </a:r>
          <a:endParaRPr lang="nl-NL" dirty="0"/>
        </a:p>
      </dgm:t>
    </dgm:pt>
    <dgm:pt modelId="{ADE7822F-9B17-44EB-9245-A45A921D81CD}" type="parTrans" cxnId="{888E0F65-5AF3-41EB-980C-90C83FDE95E3}">
      <dgm:prSet/>
      <dgm:spPr/>
      <dgm:t>
        <a:bodyPr/>
        <a:lstStyle/>
        <a:p>
          <a:endParaRPr lang="nl-NL"/>
        </a:p>
      </dgm:t>
    </dgm:pt>
    <dgm:pt modelId="{04E87BEB-B345-4649-8AAD-47A81E81EB6D}" type="sibTrans" cxnId="{888E0F65-5AF3-41EB-980C-90C83FDE95E3}">
      <dgm:prSet/>
      <dgm:spPr/>
      <dgm:t>
        <a:bodyPr/>
        <a:lstStyle/>
        <a:p>
          <a:endParaRPr lang="nl-NL"/>
        </a:p>
      </dgm:t>
    </dgm:pt>
    <dgm:pt modelId="{73124E18-E9DE-4936-9C8B-9AAEBEDBFACA}">
      <dgm:prSet phldrT="[Text]"/>
      <dgm:spPr/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Agency-wide application</a:t>
          </a:r>
          <a:endParaRPr lang="nl-NL" dirty="0">
            <a:solidFill>
              <a:schemeClr val="tx1"/>
            </a:solidFill>
          </a:endParaRPr>
        </a:p>
      </dgm:t>
    </dgm:pt>
    <dgm:pt modelId="{AF01D244-1ACB-45E5-B47B-514150D7C2BB}" type="parTrans" cxnId="{ABE9FD7C-2946-431A-83FA-661E56082308}">
      <dgm:prSet/>
      <dgm:spPr/>
      <dgm:t>
        <a:bodyPr/>
        <a:lstStyle/>
        <a:p>
          <a:endParaRPr lang="nl-NL"/>
        </a:p>
      </dgm:t>
    </dgm:pt>
    <dgm:pt modelId="{5B03DD63-AD94-4053-A77F-0B2E1412709F}" type="sibTrans" cxnId="{ABE9FD7C-2946-431A-83FA-661E56082308}">
      <dgm:prSet/>
      <dgm:spPr/>
      <dgm:t>
        <a:bodyPr/>
        <a:lstStyle/>
        <a:p>
          <a:endParaRPr lang="nl-NL"/>
        </a:p>
      </dgm:t>
    </dgm:pt>
    <dgm:pt modelId="{6B646A50-2DF8-46F6-B27B-2BEB176925AC}">
      <dgm:prSet phldrT="[Text]"/>
      <dgm:spPr/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DDI </a:t>
          </a:r>
          <a:r>
            <a:rPr lang="en-US" dirty="0" err="1" smtClean="0">
              <a:solidFill>
                <a:schemeClr val="tx1"/>
              </a:solidFill>
            </a:rPr>
            <a:t>ResourcePackage</a:t>
          </a:r>
          <a:r>
            <a:rPr lang="en-US" dirty="0" smtClean="0">
              <a:solidFill>
                <a:schemeClr val="tx1"/>
              </a:solidFill>
            </a:rPr>
            <a:t> support</a:t>
          </a:r>
          <a:endParaRPr lang="nl-NL" dirty="0">
            <a:solidFill>
              <a:schemeClr val="tx1"/>
            </a:solidFill>
          </a:endParaRPr>
        </a:p>
      </dgm:t>
    </dgm:pt>
    <dgm:pt modelId="{F7AC46A3-12D0-41AF-B78B-472119C071B5}" type="parTrans" cxnId="{5166EFB6-48BE-4D15-82D0-E66FE35E2EB0}">
      <dgm:prSet/>
      <dgm:spPr/>
      <dgm:t>
        <a:bodyPr/>
        <a:lstStyle/>
        <a:p>
          <a:endParaRPr lang="nl-NL"/>
        </a:p>
      </dgm:t>
    </dgm:pt>
    <dgm:pt modelId="{05712821-1F17-47E1-833B-2CD43A5567E8}" type="sibTrans" cxnId="{5166EFB6-48BE-4D15-82D0-E66FE35E2EB0}">
      <dgm:prSet/>
      <dgm:spPr/>
      <dgm:t>
        <a:bodyPr/>
        <a:lstStyle/>
        <a:p>
          <a:endParaRPr lang="nl-NL"/>
        </a:p>
      </dgm:t>
    </dgm:pt>
    <dgm:pt modelId="{D3BEE5FE-AD88-49C7-9C5C-D040CB591409}">
      <dgm:prSet phldrT="[Text]"/>
      <dgm:spPr/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Question bank</a:t>
          </a:r>
          <a:endParaRPr lang="nl-NL" dirty="0">
            <a:solidFill>
              <a:schemeClr val="tx1"/>
            </a:solidFill>
          </a:endParaRPr>
        </a:p>
      </dgm:t>
    </dgm:pt>
    <dgm:pt modelId="{682459FF-870A-4E50-8BD9-5057BE827419}" type="parTrans" cxnId="{883FE2FB-A7E3-482C-BD79-108ABA5D1B86}">
      <dgm:prSet/>
      <dgm:spPr/>
      <dgm:t>
        <a:bodyPr/>
        <a:lstStyle/>
        <a:p>
          <a:endParaRPr lang="nl-NL"/>
        </a:p>
      </dgm:t>
    </dgm:pt>
    <dgm:pt modelId="{2129DD9F-D038-4AA8-A5CF-4F9B94AD847A}" type="sibTrans" cxnId="{883FE2FB-A7E3-482C-BD79-108ABA5D1B86}">
      <dgm:prSet/>
      <dgm:spPr/>
      <dgm:t>
        <a:bodyPr/>
        <a:lstStyle/>
        <a:p>
          <a:endParaRPr lang="nl-NL"/>
        </a:p>
      </dgm:t>
    </dgm:pt>
    <dgm:pt modelId="{A9259111-4BAE-41B6-AFAF-FA82B9E9E5D3}">
      <dgm:prSet phldrT="[Text]"/>
      <dgm:spPr>
        <a:solidFill>
          <a:srgbClr val="95B0D6"/>
        </a:solidFill>
      </dgm:spPr>
      <dgm:t>
        <a:bodyPr/>
        <a:lstStyle/>
        <a:p>
          <a:endParaRPr lang="nl-NL" dirty="0"/>
        </a:p>
      </dgm:t>
    </dgm:pt>
    <dgm:pt modelId="{9C146B68-9D7C-490B-B930-E88740E22A2B}" type="parTrans" cxnId="{932D6667-AB97-4CE0-A133-1790545463A7}">
      <dgm:prSet/>
      <dgm:spPr/>
      <dgm:t>
        <a:bodyPr/>
        <a:lstStyle/>
        <a:p>
          <a:endParaRPr lang="nl-NL"/>
        </a:p>
      </dgm:t>
    </dgm:pt>
    <dgm:pt modelId="{260742AB-039A-48F9-AF40-525C523C93D2}" type="sibTrans" cxnId="{932D6667-AB97-4CE0-A133-1790545463A7}">
      <dgm:prSet/>
      <dgm:spPr/>
      <dgm:t>
        <a:bodyPr/>
        <a:lstStyle/>
        <a:p>
          <a:endParaRPr lang="nl-NL"/>
        </a:p>
      </dgm:t>
    </dgm:pt>
    <dgm:pt modelId="{D0ADF427-4A61-4F6F-838D-CF71DCD9F238}">
      <dgm:prSet phldrT="[Text]"/>
      <dgm:spPr>
        <a:solidFill>
          <a:srgbClr val="95B0D6"/>
        </a:solidFill>
      </dgm:spPr>
      <dgm:t>
        <a:bodyPr/>
        <a:lstStyle/>
        <a:p>
          <a:endParaRPr lang="nl-NL" dirty="0"/>
        </a:p>
      </dgm:t>
    </dgm:pt>
    <dgm:pt modelId="{125CE712-91F4-40D2-8772-3027EEE50628}" type="parTrans" cxnId="{FEEDCD9D-8647-4FCF-AA81-BD6B883E47A8}">
      <dgm:prSet/>
      <dgm:spPr/>
      <dgm:t>
        <a:bodyPr/>
        <a:lstStyle/>
        <a:p>
          <a:endParaRPr lang="nl-NL"/>
        </a:p>
      </dgm:t>
    </dgm:pt>
    <dgm:pt modelId="{515DECE3-69CA-44F0-8362-DF8374D73AAD}" type="sibTrans" cxnId="{FEEDCD9D-8647-4FCF-AA81-BD6B883E47A8}">
      <dgm:prSet/>
      <dgm:spPr/>
      <dgm:t>
        <a:bodyPr/>
        <a:lstStyle/>
        <a:p>
          <a:endParaRPr lang="nl-NL"/>
        </a:p>
      </dgm:t>
    </dgm:pt>
    <dgm:pt modelId="{7FE87361-EDB3-4080-8F94-B5D420273CE3}">
      <dgm:prSet phldrT="[Text]"/>
      <dgm:spPr>
        <a:solidFill>
          <a:srgbClr val="95B0D6"/>
        </a:solidFill>
      </dgm:spPr>
      <dgm:t>
        <a:bodyPr/>
        <a:lstStyle/>
        <a:p>
          <a:endParaRPr lang="nl-NL" dirty="0"/>
        </a:p>
      </dgm:t>
    </dgm:pt>
    <dgm:pt modelId="{CFF11680-5DB6-42F6-8CC2-B65CF04FA623}" type="parTrans" cxnId="{E85E5159-977E-4148-A21C-A1EFD6C87468}">
      <dgm:prSet/>
      <dgm:spPr/>
      <dgm:t>
        <a:bodyPr/>
        <a:lstStyle/>
        <a:p>
          <a:endParaRPr lang="nl-NL"/>
        </a:p>
      </dgm:t>
    </dgm:pt>
    <dgm:pt modelId="{3586B276-13F8-45AD-B390-AA0A69658D93}" type="sibTrans" cxnId="{E85E5159-977E-4148-A21C-A1EFD6C87468}">
      <dgm:prSet/>
      <dgm:spPr/>
      <dgm:t>
        <a:bodyPr/>
        <a:lstStyle/>
        <a:p>
          <a:endParaRPr lang="nl-NL"/>
        </a:p>
      </dgm:t>
    </dgm:pt>
    <dgm:pt modelId="{64FDA770-D1A5-4BA5-987C-AFE5C57AA8F1}">
      <dgm:prSet phldrT="[Text]"/>
      <dgm:spPr>
        <a:solidFill>
          <a:srgbClr val="95B0D6"/>
        </a:solidFill>
      </dgm:spPr>
      <dgm:t>
        <a:bodyPr/>
        <a:lstStyle/>
        <a:p>
          <a:endParaRPr lang="nl-NL" dirty="0"/>
        </a:p>
      </dgm:t>
    </dgm:pt>
    <dgm:pt modelId="{0F2E4D11-7520-4577-A2DE-3C07B7D67923}" type="parTrans" cxnId="{49E5A06D-AFD9-4734-85AD-D62BD94E444E}">
      <dgm:prSet/>
      <dgm:spPr/>
      <dgm:t>
        <a:bodyPr/>
        <a:lstStyle/>
        <a:p>
          <a:endParaRPr lang="nl-NL"/>
        </a:p>
      </dgm:t>
    </dgm:pt>
    <dgm:pt modelId="{FB2E6BD5-F301-4AA7-ADBA-0C7FDBE07FA4}" type="sibTrans" cxnId="{49E5A06D-AFD9-4734-85AD-D62BD94E444E}">
      <dgm:prSet/>
      <dgm:spPr/>
      <dgm:t>
        <a:bodyPr/>
        <a:lstStyle/>
        <a:p>
          <a:endParaRPr lang="nl-NL"/>
        </a:p>
      </dgm:t>
    </dgm:pt>
    <dgm:pt modelId="{6DA2A44E-7305-4854-B540-74E561D5AAB2}" type="pres">
      <dgm:prSet presAssocID="{BF89F560-C63B-4925-B2BF-928E56CDDF88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nl-NL"/>
        </a:p>
      </dgm:t>
    </dgm:pt>
    <dgm:pt modelId="{303A2166-8B83-475B-88B4-FFEF8F2C0DA8}" type="pres">
      <dgm:prSet presAssocID="{B3F42159-6BA6-4FC5-A3A6-C77E3D9747E1}" presName="parentText" presStyleLbl="node1" presStyleIdx="0" presStyleCnt="5" custLinFactNeighborX="3382" custLinFactNeighborY="1990">
        <dgm:presLayoutVars>
          <dgm:chMax val="0"/>
          <dgm:bulletEnabled val="1"/>
        </dgm:presLayoutVars>
      </dgm:prSet>
      <dgm:spPr/>
      <dgm:t>
        <a:bodyPr/>
        <a:lstStyle/>
        <a:p>
          <a:endParaRPr lang="nl-NL"/>
        </a:p>
      </dgm:t>
    </dgm:pt>
    <dgm:pt modelId="{1E069E9E-02D7-4275-8D48-1B146BA7921D}" type="pres">
      <dgm:prSet presAssocID="{B3F42159-6BA6-4FC5-A3A6-C77E3D9747E1}" presName="childText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nl-NL"/>
        </a:p>
      </dgm:t>
    </dgm:pt>
    <dgm:pt modelId="{61372987-3684-410C-A5B5-AB1257EF57D5}" type="pres">
      <dgm:prSet presAssocID="{A9259111-4BAE-41B6-AFAF-FA82B9E9E5D3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nl-NL"/>
        </a:p>
      </dgm:t>
    </dgm:pt>
    <dgm:pt modelId="{C124D0B0-0810-4545-982A-F8ECF8D496F5}" type="pres">
      <dgm:prSet presAssocID="{260742AB-039A-48F9-AF40-525C523C93D2}" presName="spacer" presStyleCnt="0"/>
      <dgm:spPr/>
    </dgm:pt>
    <dgm:pt modelId="{DEC248A0-8238-4073-B2C7-5D175CFB7B5C}" type="pres">
      <dgm:prSet presAssocID="{7FE87361-EDB3-4080-8F94-B5D420273CE3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nl-NL"/>
        </a:p>
      </dgm:t>
    </dgm:pt>
    <dgm:pt modelId="{B6E776EF-A91A-40A4-803E-9DF0EE71C3EC}" type="pres">
      <dgm:prSet presAssocID="{3586B276-13F8-45AD-B390-AA0A69658D93}" presName="spacer" presStyleCnt="0"/>
      <dgm:spPr/>
    </dgm:pt>
    <dgm:pt modelId="{720FF6A5-581C-404F-AEAA-B6EF7F27DB92}" type="pres">
      <dgm:prSet presAssocID="{D0ADF427-4A61-4F6F-838D-CF71DCD9F238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nl-NL"/>
        </a:p>
      </dgm:t>
    </dgm:pt>
    <dgm:pt modelId="{9A30B0CF-BC74-4C0A-90A9-15AD79603F09}" type="pres">
      <dgm:prSet presAssocID="{515DECE3-69CA-44F0-8362-DF8374D73AAD}" presName="spacer" presStyleCnt="0"/>
      <dgm:spPr/>
    </dgm:pt>
    <dgm:pt modelId="{157D1A05-8CA1-4035-A20B-F9F990D59A69}" type="pres">
      <dgm:prSet presAssocID="{64FDA770-D1A5-4BA5-987C-AFE5C57AA8F1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nl-NL"/>
        </a:p>
      </dgm:t>
    </dgm:pt>
  </dgm:ptLst>
  <dgm:cxnLst>
    <dgm:cxn modelId="{9A1C04B3-9B48-4B5F-8376-6CFC1486DDCB}" type="presOf" srcId="{64FDA770-D1A5-4BA5-987C-AFE5C57AA8F1}" destId="{157D1A05-8CA1-4035-A20B-F9F990D59A69}" srcOrd="0" destOrd="0" presId="urn:microsoft.com/office/officeart/2005/8/layout/vList2"/>
    <dgm:cxn modelId="{5166EFB6-48BE-4D15-82D0-E66FE35E2EB0}" srcId="{B3F42159-6BA6-4FC5-A3A6-C77E3D9747E1}" destId="{6B646A50-2DF8-46F6-B27B-2BEB176925AC}" srcOrd="1" destOrd="0" parTransId="{F7AC46A3-12D0-41AF-B78B-472119C071B5}" sibTransId="{05712821-1F17-47E1-833B-2CD43A5567E8}"/>
    <dgm:cxn modelId="{691A1823-6441-4EA2-88A7-08A7CA7E169D}" type="presOf" srcId="{D3BEE5FE-AD88-49C7-9C5C-D040CB591409}" destId="{1E069E9E-02D7-4275-8D48-1B146BA7921D}" srcOrd="0" destOrd="2" presId="urn:microsoft.com/office/officeart/2005/8/layout/vList2"/>
    <dgm:cxn modelId="{89C9404F-1D48-422A-AC51-7B48566EFB3F}" type="presOf" srcId="{B3F42159-6BA6-4FC5-A3A6-C77E3D9747E1}" destId="{303A2166-8B83-475B-88B4-FFEF8F2C0DA8}" srcOrd="0" destOrd="0" presId="urn:microsoft.com/office/officeart/2005/8/layout/vList2"/>
    <dgm:cxn modelId="{71C91BDA-4388-4728-98D9-2C7E2B723C88}" type="presOf" srcId="{A9259111-4BAE-41B6-AFAF-FA82B9E9E5D3}" destId="{61372987-3684-410C-A5B5-AB1257EF57D5}" srcOrd="0" destOrd="0" presId="urn:microsoft.com/office/officeart/2005/8/layout/vList2"/>
    <dgm:cxn modelId="{ABE9FD7C-2946-431A-83FA-661E56082308}" srcId="{B3F42159-6BA6-4FC5-A3A6-C77E3D9747E1}" destId="{73124E18-E9DE-4936-9C8B-9AAEBEDBFACA}" srcOrd="0" destOrd="0" parTransId="{AF01D244-1ACB-45E5-B47B-514150D7C2BB}" sibTransId="{5B03DD63-AD94-4053-A77F-0B2E1412709F}"/>
    <dgm:cxn modelId="{FEEDCD9D-8647-4FCF-AA81-BD6B883E47A8}" srcId="{BF89F560-C63B-4925-B2BF-928E56CDDF88}" destId="{D0ADF427-4A61-4F6F-838D-CF71DCD9F238}" srcOrd="3" destOrd="0" parTransId="{125CE712-91F4-40D2-8772-3027EEE50628}" sibTransId="{515DECE3-69CA-44F0-8362-DF8374D73AAD}"/>
    <dgm:cxn modelId="{D9F4F1CB-A5F0-4DBA-8C51-479DA4E8097B}" type="presOf" srcId="{D0ADF427-4A61-4F6F-838D-CF71DCD9F238}" destId="{720FF6A5-581C-404F-AEAA-B6EF7F27DB92}" srcOrd="0" destOrd="0" presId="urn:microsoft.com/office/officeart/2005/8/layout/vList2"/>
    <dgm:cxn modelId="{3888ACD2-3BFA-4CB8-B281-AE574424E6C7}" type="presOf" srcId="{BF89F560-C63B-4925-B2BF-928E56CDDF88}" destId="{6DA2A44E-7305-4854-B540-74E561D5AAB2}" srcOrd="0" destOrd="0" presId="urn:microsoft.com/office/officeart/2005/8/layout/vList2"/>
    <dgm:cxn modelId="{E85E5159-977E-4148-A21C-A1EFD6C87468}" srcId="{BF89F560-C63B-4925-B2BF-928E56CDDF88}" destId="{7FE87361-EDB3-4080-8F94-B5D420273CE3}" srcOrd="2" destOrd="0" parTransId="{CFF11680-5DB6-42F6-8CC2-B65CF04FA623}" sibTransId="{3586B276-13F8-45AD-B390-AA0A69658D93}"/>
    <dgm:cxn modelId="{888E0F65-5AF3-41EB-980C-90C83FDE95E3}" srcId="{BF89F560-C63B-4925-B2BF-928E56CDDF88}" destId="{B3F42159-6BA6-4FC5-A3A6-C77E3D9747E1}" srcOrd="0" destOrd="0" parTransId="{ADE7822F-9B17-44EB-9245-A45A921D81CD}" sibTransId="{04E87BEB-B345-4649-8AAD-47A81E81EB6D}"/>
    <dgm:cxn modelId="{0E76E62F-6170-4449-BDE8-5F8AD43C2F3E}" type="presOf" srcId="{6B646A50-2DF8-46F6-B27B-2BEB176925AC}" destId="{1E069E9E-02D7-4275-8D48-1B146BA7921D}" srcOrd="0" destOrd="1" presId="urn:microsoft.com/office/officeart/2005/8/layout/vList2"/>
    <dgm:cxn modelId="{883FE2FB-A7E3-482C-BD79-108ABA5D1B86}" srcId="{B3F42159-6BA6-4FC5-A3A6-C77E3D9747E1}" destId="{D3BEE5FE-AD88-49C7-9C5C-D040CB591409}" srcOrd="2" destOrd="0" parTransId="{682459FF-870A-4E50-8BD9-5057BE827419}" sibTransId="{2129DD9F-D038-4AA8-A5CF-4F9B94AD847A}"/>
    <dgm:cxn modelId="{49E5A06D-AFD9-4734-85AD-D62BD94E444E}" srcId="{BF89F560-C63B-4925-B2BF-928E56CDDF88}" destId="{64FDA770-D1A5-4BA5-987C-AFE5C57AA8F1}" srcOrd="4" destOrd="0" parTransId="{0F2E4D11-7520-4577-A2DE-3C07B7D67923}" sibTransId="{FB2E6BD5-F301-4AA7-ADBA-0C7FDBE07FA4}"/>
    <dgm:cxn modelId="{0CE9BB06-3181-4BB5-BA8D-8B6ED56D9994}" type="presOf" srcId="{7FE87361-EDB3-4080-8F94-B5D420273CE3}" destId="{DEC248A0-8238-4073-B2C7-5D175CFB7B5C}" srcOrd="0" destOrd="0" presId="urn:microsoft.com/office/officeart/2005/8/layout/vList2"/>
    <dgm:cxn modelId="{7180F043-3044-45A7-B0C1-C2EFC8126E83}" type="presOf" srcId="{73124E18-E9DE-4936-9C8B-9AAEBEDBFACA}" destId="{1E069E9E-02D7-4275-8D48-1B146BA7921D}" srcOrd="0" destOrd="0" presId="urn:microsoft.com/office/officeart/2005/8/layout/vList2"/>
    <dgm:cxn modelId="{932D6667-AB97-4CE0-A133-1790545463A7}" srcId="{BF89F560-C63B-4925-B2BF-928E56CDDF88}" destId="{A9259111-4BAE-41B6-AFAF-FA82B9E9E5D3}" srcOrd="1" destOrd="0" parTransId="{9C146B68-9D7C-490B-B930-E88740E22A2B}" sibTransId="{260742AB-039A-48F9-AF40-525C523C93D2}"/>
    <dgm:cxn modelId="{8E2AE283-69D6-46C4-9646-F6BE1793194B}" type="presParOf" srcId="{6DA2A44E-7305-4854-B540-74E561D5AAB2}" destId="{303A2166-8B83-475B-88B4-FFEF8F2C0DA8}" srcOrd="0" destOrd="0" presId="urn:microsoft.com/office/officeart/2005/8/layout/vList2"/>
    <dgm:cxn modelId="{FE16EEAA-A900-4372-AB56-8E01685B186D}" type="presParOf" srcId="{6DA2A44E-7305-4854-B540-74E561D5AAB2}" destId="{1E069E9E-02D7-4275-8D48-1B146BA7921D}" srcOrd="1" destOrd="0" presId="urn:microsoft.com/office/officeart/2005/8/layout/vList2"/>
    <dgm:cxn modelId="{B93F6BD9-B8F3-480E-A0CB-EBAD9CE6C041}" type="presParOf" srcId="{6DA2A44E-7305-4854-B540-74E561D5AAB2}" destId="{61372987-3684-410C-A5B5-AB1257EF57D5}" srcOrd="2" destOrd="0" presId="urn:microsoft.com/office/officeart/2005/8/layout/vList2"/>
    <dgm:cxn modelId="{160259CE-959C-4397-9149-D39A5F578793}" type="presParOf" srcId="{6DA2A44E-7305-4854-B540-74E561D5AAB2}" destId="{C124D0B0-0810-4545-982A-F8ECF8D496F5}" srcOrd="3" destOrd="0" presId="urn:microsoft.com/office/officeart/2005/8/layout/vList2"/>
    <dgm:cxn modelId="{2608F7C1-2767-4CD1-B666-FB09761C8FDF}" type="presParOf" srcId="{6DA2A44E-7305-4854-B540-74E561D5AAB2}" destId="{DEC248A0-8238-4073-B2C7-5D175CFB7B5C}" srcOrd="4" destOrd="0" presId="urn:microsoft.com/office/officeart/2005/8/layout/vList2"/>
    <dgm:cxn modelId="{48D42100-13D7-4DC3-A999-CDEA751D1BA2}" type="presParOf" srcId="{6DA2A44E-7305-4854-B540-74E561D5AAB2}" destId="{B6E776EF-A91A-40A4-803E-9DF0EE71C3EC}" srcOrd="5" destOrd="0" presId="urn:microsoft.com/office/officeart/2005/8/layout/vList2"/>
    <dgm:cxn modelId="{356D8CA8-2579-4457-A5BD-B1213631DDB2}" type="presParOf" srcId="{6DA2A44E-7305-4854-B540-74E561D5AAB2}" destId="{720FF6A5-581C-404F-AEAA-B6EF7F27DB92}" srcOrd="6" destOrd="0" presId="urn:microsoft.com/office/officeart/2005/8/layout/vList2"/>
    <dgm:cxn modelId="{B511EAAF-48B8-41A0-ADB0-E8162110666D}" type="presParOf" srcId="{6DA2A44E-7305-4854-B540-74E561D5AAB2}" destId="{9A30B0CF-BC74-4C0A-90A9-15AD79603F09}" srcOrd="7" destOrd="0" presId="urn:microsoft.com/office/officeart/2005/8/layout/vList2"/>
    <dgm:cxn modelId="{818E74BF-5914-4F8D-9F09-21C1BF206082}" type="presParOf" srcId="{6DA2A44E-7305-4854-B540-74E561D5AAB2}" destId="{157D1A05-8CA1-4035-A20B-F9F990D59A69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F89F560-C63B-4925-B2BF-928E56CDDF88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nl-NL"/>
        </a:p>
      </dgm:t>
    </dgm:pt>
    <dgm:pt modelId="{B3F42159-6BA6-4FC5-A3A6-C77E3D9747E1}">
      <dgm:prSet phldrT="[Text]"/>
      <dgm:spPr>
        <a:solidFill>
          <a:srgbClr val="95B0D6"/>
        </a:solidFill>
      </dgm:spPr>
      <dgm:t>
        <a:bodyPr/>
        <a:lstStyle/>
        <a:p>
          <a:r>
            <a:rPr lang="en-US" dirty="0" smtClean="0"/>
            <a:t>Multiple panel support</a:t>
          </a:r>
          <a:endParaRPr lang="nl-NL" dirty="0"/>
        </a:p>
      </dgm:t>
    </dgm:pt>
    <dgm:pt modelId="{ADE7822F-9B17-44EB-9245-A45A921D81CD}" type="parTrans" cxnId="{888E0F65-5AF3-41EB-980C-90C83FDE95E3}">
      <dgm:prSet/>
      <dgm:spPr/>
      <dgm:t>
        <a:bodyPr/>
        <a:lstStyle/>
        <a:p>
          <a:endParaRPr lang="nl-NL"/>
        </a:p>
      </dgm:t>
    </dgm:pt>
    <dgm:pt modelId="{04E87BEB-B345-4649-8AAD-47A81E81EB6D}" type="sibTrans" cxnId="{888E0F65-5AF3-41EB-980C-90C83FDE95E3}">
      <dgm:prSet/>
      <dgm:spPr/>
      <dgm:t>
        <a:bodyPr/>
        <a:lstStyle/>
        <a:p>
          <a:endParaRPr lang="nl-NL"/>
        </a:p>
      </dgm:t>
    </dgm:pt>
    <dgm:pt modelId="{A9259111-4BAE-41B6-AFAF-FA82B9E9E5D3}">
      <dgm:prSet phldrT="[Text]"/>
      <dgm:spPr>
        <a:solidFill>
          <a:srgbClr val="007AC0"/>
        </a:solidFill>
      </dgm:spPr>
      <dgm:t>
        <a:bodyPr/>
        <a:lstStyle/>
        <a:p>
          <a:r>
            <a:rPr lang="en-US" dirty="0" err="1" smtClean="0"/>
            <a:t>XHTML+RDFa</a:t>
          </a:r>
          <a:r>
            <a:rPr lang="en-US" dirty="0" smtClean="0"/>
            <a:t> support</a:t>
          </a:r>
          <a:endParaRPr lang="nl-NL" dirty="0"/>
        </a:p>
      </dgm:t>
    </dgm:pt>
    <dgm:pt modelId="{9C146B68-9D7C-490B-B930-E88740E22A2B}" type="parTrans" cxnId="{932D6667-AB97-4CE0-A133-1790545463A7}">
      <dgm:prSet/>
      <dgm:spPr/>
      <dgm:t>
        <a:bodyPr/>
        <a:lstStyle/>
        <a:p>
          <a:endParaRPr lang="nl-NL"/>
        </a:p>
      </dgm:t>
    </dgm:pt>
    <dgm:pt modelId="{260742AB-039A-48F9-AF40-525C523C93D2}" type="sibTrans" cxnId="{932D6667-AB97-4CE0-A133-1790545463A7}">
      <dgm:prSet/>
      <dgm:spPr/>
      <dgm:t>
        <a:bodyPr/>
        <a:lstStyle/>
        <a:p>
          <a:endParaRPr lang="nl-NL"/>
        </a:p>
      </dgm:t>
    </dgm:pt>
    <dgm:pt modelId="{D0ADF427-4A61-4F6F-838D-CF71DCD9F238}">
      <dgm:prSet phldrT="[Text]"/>
      <dgm:spPr>
        <a:solidFill>
          <a:srgbClr val="95B0D6"/>
        </a:solidFill>
      </dgm:spPr>
      <dgm:t>
        <a:bodyPr/>
        <a:lstStyle/>
        <a:p>
          <a:endParaRPr lang="nl-NL" dirty="0"/>
        </a:p>
      </dgm:t>
    </dgm:pt>
    <dgm:pt modelId="{125CE712-91F4-40D2-8772-3027EEE50628}" type="parTrans" cxnId="{FEEDCD9D-8647-4FCF-AA81-BD6B883E47A8}">
      <dgm:prSet/>
      <dgm:spPr/>
      <dgm:t>
        <a:bodyPr/>
        <a:lstStyle/>
        <a:p>
          <a:endParaRPr lang="nl-NL"/>
        </a:p>
      </dgm:t>
    </dgm:pt>
    <dgm:pt modelId="{515DECE3-69CA-44F0-8362-DF8374D73AAD}" type="sibTrans" cxnId="{FEEDCD9D-8647-4FCF-AA81-BD6B883E47A8}">
      <dgm:prSet/>
      <dgm:spPr/>
      <dgm:t>
        <a:bodyPr/>
        <a:lstStyle/>
        <a:p>
          <a:endParaRPr lang="nl-NL"/>
        </a:p>
      </dgm:t>
    </dgm:pt>
    <dgm:pt modelId="{89ADB454-1C36-4626-A817-7EA81ACB6523}">
      <dgm:prSet phldrT="[Text]"/>
      <dgm:spPr/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Dublin Core metadata</a:t>
          </a:r>
          <a:endParaRPr lang="nl-NL" dirty="0">
            <a:solidFill>
              <a:schemeClr val="tx1"/>
            </a:solidFill>
          </a:endParaRPr>
        </a:p>
      </dgm:t>
    </dgm:pt>
    <dgm:pt modelId="{1C7AD57B-5D49-436F-ABA9-31772C28EABD}" type="parTrans" cxnId="{6FA8FC54-5CF3-4A6A-B864-7303CAC6860F}">
      <dgm:prSet/>
      <dgm:spPr/>
      <dgm:t>
        <a:bodyPr/>
        <a:lstStyle/>
        <a:p>
          <a:endParaRPr lang="nl-NL"/>
        </a:p>
      </dgm:t>
    </dgm:pt>
    <dgm:pt modelId="{AC147459-14AB-41AC-822E-9FB147979EBE}" type="sibTrans" cxnId="{6FA8FC54-5CF3-4A6A-B864-7303CAC6860F}">
      <dgm:prSet/>
      <dgm:spPr/>
      <dgm:t>
        <a:bodyPr/>
        <a:lstStyle/>
        <a:p>
          <a:endParaRPr lang="nl-NL"/>
        </a:p>
      </dgm:t>
    </dgm:pt>
    <dgm:pt modelId="{7FE87361-EDB3-4080-8F94-B5D420273CE3}">
      <dgm:prSet phldrT="[Text]"/>
      <dgm:spPr>
        <a:solidFill>
          <a:srgbClr val="95B0D6"/>
        </a:solidFill>
      </dgm:spPr>
      <dgm:t>
        <a:bodyPr/>
        <a:lstStyle/>
        <a:p>
          <a:endParaRPr lang="nl-NL" dirty="0"/>
        </a:p>
      </dgm:t>
    </dgm:pt>
    <dgm:pt modelId="{CFF11680-5DB6-42F6-8CC2-B65CF04FA623}" type="parTrans" cxnId="{E85E5159-977E-4148-A21C-A1EFD6C87468}">
      <dgm:prSet/>
      <dgm:spPr/>
      <dgm:t>
        <a:bodyPr/>
        <a:lstStyle/>
        <a:p>
          <a:endParaRPr lang="nl-NL"/>
        </a:p>
      </dgm:t>
    </dgm:pt>
    <dgm:pt modelId="{3586B276-13F8-45AD-B390-AA0A69658D93}" type="sibTrans" cxnId="{E85E5159-977E-4148-A21C-A1EFD6C87468}">
      <dgm:prSet/>
      <dgm:spPr/>
      <dgm:t>
        <a:bodyPr/>
        <a:lstStyle/>
        <a:p>
          <a:endParaRPr lang="nl-NL"/>
        </a:p>
      </dgm:t>
    </dgm:pt>
    <dgm:pt modelId="{64FDA770-D1A5-4BA5-987C-AFE5C57AA8F1}">
      <dgm:prSet phldrT="[Text]"/>
      <dgm:spPr>
        <a:solidFill>
          <a:srgbClr val="95B0D6"/>
        </a:solidFill>
      </dgm:spPr>
      <dgm:t>
        <a:bodyPr/>
        <a:lstStyle/>
        <a:p>
          <a:endParaRPr lang="nl-NL" dirty="0"/>
        </a:p>
      </dgm:t>
    </dgm:pt>
    <dgm:pt modelId="{0F2E4D11-7520-4577-A2DE-3C07B7D67923}" type="parTrans" cxnId="{49E5A06D-AFD9-4734-85AD-D62BD94E444E}">
      <dgm:prSet/>
      <dgm:spPr/>
      <dgm:t>
        <a:bodyPr/>
        <a:lstStyle/>
        <a:p>
          <a:endParaRPr lang="nl-NL"/>
        </a:p>
      </dgm:t>
    </dgm:pt>
    <dgm:pt modelId="{FB2E6BD5-F301-4AA7-ADBA-0C7FDBE07FA4}" type="sibTrans" cxnId="{49E5A06D-AFD9-4734-85AD-D62BD94E444E}">
      <dgm:prSet/>
      <dgm:spPr/>
      <dgm:t>
        <a:bodyPr/>
        <a:lstStyle/>
        <a:p>
          <a:endParaRPr lang="nl-NL"/>
        </a:p>
      </dgm:t>
    </dgm:pt>
    <dgm:pt modelId="{6707B897-9BF2-4318-AB0C-7831CDEBFDF6}">
      <dgm:prSet phldrT="[Text]"/>
      <dgm:spPr/>
      <dgm:t>
        <a:bodyPr/>
        <a:lstStyle/>
        <a:p>
          <a:endParaRPr lang="nl-NL" dirty="0">
            <a:solidFill>
              <a:schemeClr val="tx1"/>
            </a:solidFill>
          </a:endParaRPr>
        </a:p>
      </dgm:t>
    </dgm:pt>
    <dgm:pt modelId="{0A41C6CE-2AF6-46A2-8037-3ACBC78E739A}" type="parTrans" cxnId="{52C898B7-01AC-4409-8A89-3358A79A70E2}">
      <dgm:prSet/>
      <dgm:spPr/>
    </dgm:pt>
    <dgm:pt modelId="{1D8E2E1C-F9A2-4DF4-A83D-839220C862C8}" type="sibTrans" cxnId="{52C898B7-01AC-4409-8A89-3358A79A70E2}">
      <dgm:prSet/>
      <dgm:spPr/>
    </dgm:pt>
    <dgm:pt modelId="{144C9BC5-1F69-44C4-9361-AA56390D828E}">
      <dgm:prSet phldrT="[Text]"/>
      <dgm:spPr/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Study Units &amp; Publications</a:t>
          </a:r>
          <a:endParaRPr lang="nl-NL" dirty="0">
            <a:solidFill>
              <a:schemeClr val="tx1"/>
            </a:solidFill>
          </a:endParaRPr>
        </a:p>
      </dgm:t>
    </dgm:pt>
    <dgm:pt modelId="{81D4C41A-8D96-4935-857E-FA79F3B8DEE8}" type="parTrans" cxnId="{386E09D6-CA10-40F0-B1C6-95A563DC1F6B}">
      <dgm:prSet/>
      <dgm:spPr/>
    </dgm:pt>
    <dgm:pt modelId="{DE608F61-7AE5-4CAE-9BBE-5C903682F397}" type="sibTrans" cxnId="{386E09D6-CA10-40F0-B1C6-95A563DC1F6B}">
      <dgm:prSet/>
      <dgm:spPr/>
    </dgm:pt>
    <dgm:pt modelId="{6DA2A44E-7305-4854-B540-74E561D5AAB2}" type="pres">
      <dgm:prSet presAssocID="{BF89F560-C63B-4925-B2BF-928E56CDDF88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nl-NL"/>
        </a:p>
      </dgm:t>
    </dgm:pt>
    <dgm:pt modelId="{303A2166-8B83-475B-88B4-FFEF8F2C0DA8}" type="pres">
      <dgm:prSet presAssocID="{B3F42159-6BA6-4FC5-A3A6-C77E3D9747E1}" presName="parentText" presStyleLbl="node1" presStyleIdx="0" presStyleCnt="5" custLinFactNeighborX="3382" custLinFactNeighborY="1990">
        <dgm:presLayoutVars>
          <dgm:chMax val="0"/>
          <dgm:bulletEnabled val="1"/>
        </dgm:presLayoutVars>
      </dgm:prSet>
      <dgm:spPr/>
      <dgm:t>
        <a:bodyPr/>
        <a:lstStyle/>
        <a:p>
          <a:endParaRPr lang="nl-NL"/>
        </a:p>
      </dgm:t>
    </dgm:pt>
    <dgm:pt modelId="{BD06D57E-0318-437F-97E0-560F8F207133}" type="pres">
      <dgm:prSet presAssocID="{04E87BEB-B345-4649-8AAD-47A81E81EB6D}" presName="spacer" presStyleCnt="0"/>
      <dgm:spPr/>
    </dgm:pt>
    <dgm:pt modelId="{61372987-3684-410C-A5B5-AB1257EF57D5}" type="pres">
      <dgm:prSet presAssocID="{A9259111-4BAE-41B6-AFAF-FA82B9E9E5D3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nl-NL"/>
        </a:p>
      </dgm:t>
    </dgm:pt>
    <dgm:pt modelId="{3603E892-E132-4366-8D0C-8C88923712A4}" type="pres">
      <dgm:prSet presAssocID="{A9259111-4BAE-41B6-AFAF-FA82B9E9E5D3}" presName="childText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nl-NL"/>
        </a:p>
      </dgm:t>
    </dgm:pt>
    <dgm:pt modelId="{DEC248A0-8238-4073-B2C7-5D175CFB7B5C}" type="pres">
      <dgm:prSet presAssocID="{7FE87361-EDB3-4080-8F94-B5D420273CE3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nl-NL"/>
        </a:p>
      </dgm:t>
    </dgm:pt>
    <dgm:pt modelId="{E17694FB-EE7C-4DA0-8B6F-9EF8303731D2}" type="pres">
      <dgm:prSet presAssocID="{3586B276-13F8-45AD-B390-AA0A69658D93}" presName="spacer" presStyleCnt="0"/>
      <dgm:spPr/>
    </dgm:pt>
    <dgm:pt modelId="{720FF6A5-581C-404F-AEAA-B6EF7F27DB92}" type="pres">
      <dgm:prSet presAssocID="{D0ADF427-4A61-4F6F-838D-CF71DCD9F238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nl-NL"/>
        </a:p>
      </dgm:t>
    </dgm:pt>
    <dgm:pt modelId="{9A30B0CF-BC74-4C0A-90A9-15AD79603F09}" type="pres">
      <dgm:prSet presAssocID="{515DECE3-69CA-44F0-8362-DF8374D73AAD}" presName="spacer" presStyleCnt="0"/>
      <dgm:spPr/>
    </dgm:pt>
    <dgm:pt modelId="{157D1A05-8CA1-4035-A20B-F9F990D59A69}" type="pres">
      <dgm:prSet presAssocID="{64FDA770-D1A5-4BA5-987C-AFE5C57AA8F1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nl-NL"/>
        </a:p>
      </dgm:t>
    </dgm:pt>
  </dgm:ptLst>
  <dgm:cxnLst>
    <dgm:cxn modelId="{FEEDCD9D-8647-4FCF-AA81-BD6B883E47A8}" srcId="{BF89F560-C63B-4925-B2BF-928E56CDDF88}" destId="{D0ADF427-4A61-4F6F-838D-CF71DCD9F238}" srcOrd="3" destOrd="0" parTransId="{125CE712-91F4-40D2-8772-3027EEE50628}" sibTransId="{515DECE3-69CA-44F0-8362-DF8374D73AAD}"/>
    <dgm:cxn modelId="{E362AA7B-1EA6-49F8-9615-F84ADEBCCC32}" type="presOf" srcId="{7FE87361-EDB3-4080-8F94-B5D420273CE3}" destId="{DEC248A0-8238-4073-B2C7-5D175CFB7B5C}" srcOrd="0" destOrd="0" presId="urn:microsoft.com/office/officeart/2005/8/layout/vList2"/>
    <dgm:cxn modelId="{52C898B7-01AC-4409-8A89-3358A79A70E2}" srcId="{A9259111-4BAE-41B6-AFAF-FA82B9E9E5D3}" destId="{6707B897-9BF2-4318-AB0C-7831CDEBFDF6}" srcOrd="2" destOrd="0" parTransId="{0A41C6CE-2AF6-46A2-8037-3ACBC78E739A}" sibTransId="{1D8E2E1C-F9A2-4DF4-A83D-839220C862C8}"/>
    <dgm:cxn modelId="{ADFD41CA-5CE7-4873-8E0D-749A50E44542}" type="presOf" srcId="{A9259111-4BAE-41B6-AFAF-FA82B9E9E5D3}" destId="{61372987-3684-410C-A5B5-AB1257EF57D5}" srcOrd="0" destOrd="0" presId="urn:microsoft.com/office/officeart/2005/8/layout/vList2"/>
    <dgm:cxn modelId="{1107E950-0172-4450-8FCA-DB7F72AD9C37}" type="presOf" srcId="{89ADB454-1C36-4626-A817-7EA81ACB6523}" destId="{3603E892-E132-4366-8D0C-8C88923712A4}" srcOrd="0" destOrd="0" presId="urn:microsoft.com/office/officeart/2005/8/layout/vList2"/>
    <dgm:cxn modelId="{1D944EAC-1B61-49CB-A4C1-C49F1D886FE2}" type="presOf" srcId="{144C9BC5-1F69-44C4-9361-AA56390D828E}" destId="{3603E892-E132-4366-8D0C-8C88923712A4}" srcOrd="0" destOrd="1" presId="urn:microsoft.com/office/officeart/2005/8/layout/vList2"/>
    <dgm:cxn modelId="{932D6667-AB97-4CE0-A133-1790545463A7}" srcId="{BF89F560-C63B-4925-B2BF-928E56CDDF88}" destId="{A9259111-4BAE-41B6-AFAF-FA82B9E9E5D3}" srcOrd="1" destOrd="0" parTransId="{9C146B68-9D7C-490B-B930-E88740E22A2B}" sibTransId="{260742AB-039A-48F9-AF40-525C523C93D2}"/>
    <dgm:cxn modelId="{888E0F65-5AF3-41EB-980C-90C83FDE95E3}" srcId="{BF89F560-C63B-4925-B2BF-928E56CDDF88}" destId="{B3F42159-6BA6-4FC5-A3A6-C77E3D9747E1}" srcOrd="0" destOrd="0" parTransId="{ADE7822F-9B17-44EB-9245-A45A921D81CD}" sibTransId="{04E87BEB-B345-4649-8AAD-47A81E81EB6D}"/>
    <dgm:cxn modelId="{386E09D6-CA10-40F0-B1C6-95A563DC1F6B}" srcId="{A9259111-4BAE-41B6-AFAF-FA82B9E9E5D3}" destId="{144C9BC5-1F69-44C4-9361-AA56390D828E}" srcOrd="1" destOrd="0" parTransId="{81D4C41A-8D96-4935-857E-FA79F3B8DEE8}" sibTransId="{DE608F61-7AE5-4CAE-9BBE-5C903682F397}"/>
    <dgm:cxn modelId="{6FA8FC54-5CF3-4A6A-B864-7303CAC6860F}" srcId="{A9259111-4BAE-41B6-AFAF-FA82B9E9E5D3}" destId="{89ADB454-1C36-4626-A817-7EA81ACB6523}" srcOrd="0" destOrd="0" parTransId="{1C7AD57B-5D49-436F-ABA9-31772C28EABD}" sibTransId="{AC147459-14AB-41AC-822E-9FB147979EBE}"/>
    <dgm:cxn modelId="{49E5A06D-AFD9-4734-85AD-D62BD94E444E}" srcId="{BF89F560-C63B-4925-B2BF-928E56CDDF88}" destId="{64FDA770-D1A5-4BA5-987C-AFE5C57AA8F1}" srcOrd="4" destOrd="0" parTransId="{0F2E4D11-7520-4577-A2DE-3C07B7D67923}" sibTransId="{FB2E6BD5-F301-4AA7-ADBA-0C7FDBE07FA4}"/>
    <dgm:cxn modelId="{E85E5159-977E-4148-A21C-A1EFD6C87468}" srcId="{BF89F560-C63B-4925-B2BF-928E56CDDF88}" destId="{7FE87361-EDB3-4080-8F94-B5D420273CE3}" srcOrd="2" destOrd="0" parTransId="{CFF11680-5DB6-42F6-8CC2-B65CF04FA623}" sibTransId="{3586B276-13F8-45AD-B390-AA0A69658D93}"/>
    <dgm:cxn modelId="{14BA29DC-6F08-4CA9-BB34-858FF21D8F7E}" type="presOf" srcId="{64FDA770-D1A5-4BA5-987C-AFE5C57AA8F1}" destId="{157D1A05-8CA1-4035-A20B-F9F990D59A69}" srcOrd="0" destOrd="0" presId="urn:microsoft.com/office/officeart/2005/8/layout/vList2"/>
    <dgm:cxn modelId="{F34D1393-5A9F-465F-B0CF-1500D2C5009E}" type="presOf" srcId="{D0ADF427-4A61-4F6F-838D-CF71DCD9F238}" destId="{720FF6A5-581C-404F-AEAA-B6EF7F27DB92}" srcOrd="0" destOrd="0" presId="urn:microsoft.com/office/officeart/2005/8/layout/vList2"/>
    <dgm:cxn modelId="{94EFFDB9-E9DB-442D-A41B-5494E2CCF0B8}" type="presOf" srcId="{BF89F560-C63B-4925-B2BF-928E56CDDF88}" destId="{6DA2A44E-7305-4854-B540-74E561D5AAB2}" srcOrd="0" destOrd="0" presId="urn:microsoft.com/office/officeart/2005/8/layout/vList2"/>
    <dgm:cxn modelId="{43D7940D-A6F9-4092-9856-0B4BBF39CC82}" type="presOf" srcId="{B3F42159-6BA6-4FC5-A3A6-C77E3D9747E1}" destId="{303A2166-8B83-475B-88B4-FFEF8F2C0DA8}" srcOrd="0" destOrd="0" presId="urn:microsoft.com/office/officeart/2005/8/layout/vList2"/>
    <dgm:cxn modelId="{84A40629-7F7B-4257-94CF-A2BF42EE6E39}" type="presOf" srcId="{6707B897-9BF2-4318-AB0C-7831CDEBFDF6}" destId="{3603E892-E132-4366-8D0C-8C88923712A4}" srcOrd="0" destOrd="2" presId="urn:microsoft.com/office/officeart/2005/8/layout/vList2"/>
    <dgm:cxn modelId="{98A8A928-C647-4CED-87B0-14F0ACCCE851}" type="presParOf" srcId="{6DA2A44E-7305-4854-B540-74E561D5AAB2}" destId="{303A2166-8B83-475B-88B4-FFEF8F2C0DA8}" srcOrd="0" destOrd="0" presId="urn:microsoft.com/office/officeart/2005/8/layout/vList2"/>
    <dgm:cxn modelId="{DA6548BE-43C4-406C-B298-6B752706F56C}" type="presParOf" srcId="{6DA2A44E-7305-4854-B540-74E561D5AAB2}" destId="{BD06D57E-0318-437F-97E0-560F8F207133}" srcOrd="1" destOrd="0" presId="urn:microsoft.com/office/officeart/2005/8/layout/vList2"/>
    <dgm:cxn modelId="{4042C93B-D0DA-440D-B653-514CBEEFE918}" type="presParOf" srcId="{6DA2A44E-7305-4854-B540-74E561D5AAB2}" destId="{61372987-3684-410C-A5B5-AB1257EF57D5}" srcOrd="2" destOrd="0" presId="urn:microsoft.com/office/officeart/2005/8/layout/vList2"/>
    <dgm:cxn modelId="{9CD7557C-4941-473F-B02D-9053DE7B2625}" type="presParOf" srcId="{6DA2A44E-7305-4854-B540-74E561D5AAB2}" destId="{3603E892-E132-4366-8D0C-8C88923712A4}" srcOrd="3" destOrd="0" presId="urn:microsoft.com/office/officeart/2005/8/layout/vList2"/>
    <dgm:cxn modelId="{7CB26572-8074-47CE-BE68-06362D1C3890}" type="presParOf" srcId="{6DA2A44E-7305-4854-B540-74E561D5AAB2}" destId="{DEC248A0-8238-4073-B2C7-5D175CFB7B5C}" srcOrd="4" destOrd="0" presId="urn:microsoft.com/office/officeart/2005/8/layout/vList2"/>
    <dgm:cxn modelId="{8BAE2DB2-FCC5-4FF9-8D6F-275A351A06A6}" type="presParOf" srcId="{6DA2A44E-7305-4854-B540-74E561D5AAB2}" destId="{E17694FB-EE7C-4DA0-8B6F-9EF8303731D2}" srcOrd="5" destOrd="0" presId="urn:microsoft.com/office/officeart/2005/8/layout/vList2"/>
    <dgm:cxn modelId="{34E45747-C0EE-457C-AE50-DB77A87A49A4}" type="presParOf" srcId="{6DA2A44E-7305-4854-B540-74E561D5AAB2}" destId="{720FF6A5-581C-404F-AEAA-B6EF7F27DB92}" srcOrd="6" destOrd="0" presId="urn:microsoft.com/office/officeart/2005/8/layout/vList2"/>
    <dgm:cxn modelId="{F33A45EE-7116-41B8-A5CB-10D56258EF8A}" type="presParOf" srcId="{6DA2A44E-7305-4854-B540-74E561D5AAB2}" destId="{9A30B0CF-BC74-4C0A-90A9-15AD79603F09}" srcOrd="7" destOrd="0" presId="urn:microsoft.com/office/officeart/2005/8/layout/vList2"/>
    <dgm:cxn modelId="{8599CED6-A0A8-4512-B0E0-35B25C7C54B7}" type="presParOf" srcId="{6DA2A44E-7305-4854-B540-74E561D5AAB2}" destId="{157D1A05-8CA1-4035-A20B-F9F990D59A69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F89F560-C63B-4925-B2BF-928E56CDDF88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nl-NL"/>
        </a:p>
      </dgm:t>
    </dgm:pt>
    <dgm:pt modelId="{B3F42159-6BA6-4FC5-A3A6-C77E3D9747E1}">
      <dgm:prSet phldrT="[Text]"/>
      <dgm:spPr>
        <a:solidFill>
          <a:srgbClr val="95B0D6"/>
        </a:solidFill>
      </dgm:spPr>
      <dgm:t>
        <a:bodyPr/>
        <a:lstStyle/>
        <a:p>
          <a:r>
            <a:rPr lang="en-US" dirty="0" smtClean="0"/>
            <a:t>Multiple panel support</a:t>
          </a:r>
          <a:endParaRPr lang="nl-NL" dirty="0"/>
        </a:p>
      </dgm:t>
    </dgm:pt>
    <dgm:pt modelId="{ADE7822F-9B17-44EB-9245-A45A921D81CD}" type="parTrans" cxnId="{888E0F65-5AF3-41EB-980C-90C83FDE95E3}">
      <dgm:prSet/>
      <dgm:spPr/>
      <dgm:t>
        <a:bodyPr/>
        <a:lstStyle/>
        <a:p>
          <a:endParaRPr lang="nl-NL"/>
        </a:p>
      </dgm:t>
    </dgm:pt>
    <dgm:pt modelId="{04E87BEB-B345-4649-8AAD-47A81E81EB6D}" type="sibTrans" cxnId="{888E0F65-5AF3-41EB-980C-90C83FDE95E3}">
      <dgm:prSet/>
      <dgm:spPr/>
      <dgm:t>
        <a:bodyPr/>
        <a:lstStyle/>
        <a:p>
          <a:endParaRPr lang="nl-NL"/>
        </a:p>
      </dgm:t>
    </dgm:pt>
    <dgm:pt modelId="{A9259111-4BAE-41B6-AFAF-FA82B9E9E5D3}">
      <dgm:prSet phldrT="[Text]"/>
      <dgm:spPr>
        <a:solidFill>
          <a:srgbClr val="95B0D6"/>
        </a:solidFill>
      </dgm:spPr>
      <dgm:t>
        <a:bodyPr/>
        <a:lstStyle/>
        <a:p>
          <a:r>
            <a:rPr lang="en-US" dirty="0" err="1" smtClean="0"/>
            <a:t>XHTML+RDFa</a:t>
          </a:r>
          <a:r>
            <a:rPr lang="en-US" dirty="0" smtClean="0"/>
            <a:t> support</a:t>
          </a:r>
          <a:endParaRPr lang="nl-NL" dirty="0"/>
        </a:p>
      </dgm:t>
    </dgm:pt>
    <dgm:pt modelId="{9C146B68-9D7C-490B-B930-E88740E22A2B}" type="parTrans" cxnId="{932D6667-AB97-4CE0-A133-1790545463A7}">
      <dgm:prSet/>
      <dgm:spPr/>
      <dgm:t>
        <a:bodyPr/>
        <a:lstStyle/>
        <a:p>
          <a:endParaRPr lang="nl-NL"/>
        </a:p>
      </dgm:t>
    </dgm:pt>
    <dgm:pt modelId="{260742AB-039A-48F9-AF40-525C523C93D2}" type="sibTrans" cxnId="{932D6667-AB97-4CE0-A133-1790545463A7}">
      <dgm:prSet/>
      <dgm:spPr/>
      <dgm:t>
        <a:bodyPr/>
        <a:lstStyle/>
        <a:p>
          <a:endParaRPr lang="nl-NL"/>
        </a:p>
      </dgm:t>
    </dgm:pt>
    <dgm:pt modelId="{D0ADF427-4A61-4F6F-838D-CF71DCD9F238}">
      <dgm:prSet phldrT="[Text]"/>
      <dgm:spPr>
        <a:solidFill>
          <a:srgbClr val="95B0D6"/>
        </a:solidFill>
      </dgm:spPr>
      <dgm:t>
        <a:bodyPr/>
        <a:lstStyle/>
        <a:p>
          <a:endParaRPr lang="nl-NL" dirty="0"/>
        </a:p>
      </dgm:t>
    </dgm:pt>
    <dgm:pt modelId="{125CE712-91F4-40D2-8772-3027EEE50628}" type="parTrans" cxnId="{FEEDCD9D-8647-4FCF-AA81-BD6B883E47A8}">
      <dgm:prSet/>
      <dgm:spPr/>
      <dgm:t>
        <a:bodyPr/>
        <a:lstStyle/>
        <a:p>
          <a:endParaRPr lang="nl-NL"/>
        </a:p>
      </dgm:t>
    </dgm:pt>
    <dgm:pt modelId="{515DECE3-69CA-44F0-8362-DF8374D73AAD}" type="sibTrans" cxnId="{FEEDCD9D-8647-4FCF-AA81-BD6B883E47A8}">
      <dgm:prSet/>
      <dgm:spPr/>
      <dgm:t>
        <a:bodyPr/>
        <a:lstStyle/>
        <a:p>
          <a:endParaRPr lang="nl-NL"/>
        </a:p>
      </dgm:t>
    </dgm:pt>
    <dgm:pt modelId="{F2AB79D9-A7B3-4F01-893A-E3B97FD12FD1}">
      <dgm:prSet/>
      <dgm:spPr/>
      <dgm:t>
        <a:bodyPr/>
        <a:lstStyle/>
        <a:p>
          <a:r>
            <a:rPr lang="en-US" dirty="0" err="1" smtClean="0">
              <a:solidFill>
                <a:schemeClr val="tx1"/>
              </a:solidFill>
            </a:rPr>
            <a:t>Docbook</a:t>
          </a:r>
          <a:r>
            <a:rPr lang="en-US" dirty="0" smtClean="0">
              <a:solidFill>
                <a:schemeClr val="tx1"/>
              </a:solidFill>
            </a:rPr>
            <a:t> XML</a:t>
          </a:r>
        </a:p>
      </dgm:t>
    </dgm:pt>
    <dgm:pt modelId="{F9833CBB-23D9-406C-ACE4-44D788D19BC2}" type="parTrans" cxnId="{2B72CF84-739F-4289-A3C0-2B674948E895}">
      <dgm:prSet/>
      <dgm:spPr/>
      <dgm:t>
        <a:bodyPr/>
        <a:lstStyle/>
        <a:p>
          <a:endParaRPr lang="nl-NL"/>
        </a:p>
      </dgm:t>
    </dgm:pt>
    <dgm:pt modelId="{0616EB01-5CD2-4CAA-A3CB-32F87578330F}" type="sibTrans" cxnId="{2B72CF84-739F-4289-A3C0-2B674948E895}">
      <dgm:prSet/>
      <dgm:spPr/>
      <dgm:t>
        <a:bodyPr/>
        <a:lstStyle/>
        <a:p>
          <a:endParaRPr lang="nl-NL"/>
        </a:p>
      </dgm:t>
    </dgm:pt>
    <dgm:pt modelId="{6D4254DD-08A1-4FAB-9FBA-D023AB73DF8A}">
      <dgm:prSet/>
      <dgm:spPr/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HTML/Word &amp; PDF</a:t>
          </a:r>
        </a:p>
      </dgm:t>
    </dgm:pt>
    <dgm:pt modelId="{AFEE2A71-E2BB-4D3F-A36A-6CC10C0336E3}" type="parTrans" cxnId="{DC183080-04F2-466C-8161-D7917A260F85}">
      <dgm:prSet/>
      <dgm:spPr/>
      <dgm:t>
        <a:bodyPr/>
        <a:lstStyle/>
        <a:p>
          <a:endParaRPr lang="nl-NL"/>
        </a:p>
      </dgm:t>
    </dgm:pt>
    <dgm:pt modelId="{D2E099CB-C94C-4F76-99C7-532EE2368A00}" type="sibTrans" cxnId="{DC183080-04F2-466C-8161-D7917A260F85}">
      <dgm:prSet/>
      <dgm:spPr/>
      <dgm:t>
        <a:bodyPr/>
        <a:lstStyle/>
        <a:p>
          <a:endParaRPr lang="nl-NL"/>
        </a:p>
      </dgm:t>
    </dgm:pt>
    <dgm:pt modelId="{7FE87361-EDB3-4080-8F94-B5D420273CE3}">
      <dgm:prSet phldrT="[Text]"/>
      <dgm:spPr>
        <a:solidFill>
          <a:srgbClr val="007AC0"/>
        </a:solidFill>
      </dgm:spPr>
      <dgm:t>
        <a:bodyPr/>
        <a:lstStyle/>
        <a:p>
          <a:r>
            <a:rPr lang="en-US" dirty="0" smtClean="0"/>
            <a:t>Paper codebook output</a:t>
          </a:r>
          <a:endParaRPr lang="nl-NL" dirty="0"/>
        </a:p>
      </dgm:t>
    </dgm:pt>
    <dgm:pt modelId="{CFF11680-5DB6-42F6-8CC2-B65CF04FA623}" type="parTrans" cxnId="{E85E5159-977E-4148-A21C-A1EFD6C87468}">
      <dgm:prSet/>
      <dgm:spPr/>
      <dgm:t>
        <a:bodyPr/>
        <a:lstStyle/>
        <a:p>
          <a:endParaRPr lang="nl-NL"/>
        </a:p>
      </dgm:t>
    </dgm:pt>
    <dgm:pt modelId="{3586B276-13F8-45AD-B390-AA0A69658D93}" type="sibTrans" cxnId="{E85E5159-977E-4148-A21C-A1EFD6C87468}">
      <dgm:prSet/>
      <dgm:spPr/>
      <dgm:t>
        <a:bodyPr/>
        <a:lstStyle/>
        <a:p>
          <a:endParaRPr lang="nl-NL"/>
        </a:p>
      </dgm:t>
    </dgm:pt>
    <dgm:pt modelId="{64FDA770-D1A5-4BA5-987C-AFE5C57AA8F1}">
      <dgm:prSet phldrT="[Text]"/>
      <dgm:spPr>
        <a:solidFill>
          <a:srgbClr val="95B0D6"/>
        </a:solidFill>
      </dgm:spPr>
      <dgm:t>
        <a:bodyPr/>
        <a:lstStyle/>
        <a:p>
          <a:endParaRPr lang="nl-NL" dirty="0"/>
        </a:p>
      </dgm:t>
    </dgm:pt>
    <dgm:pt modelId="{0F2E4D11-7520-4577-A2DE-3C07B7D67923}" type="parTrans" cxnId="{49E5A06D-AFD9-4734-85AD-D62BD94E444E}">
      <dgm:prSet/>
      <dgm:spPr/>
      <dgm:t>
        <a:bodyPr/>
        <a:lstStyle/>
        <a:p>
          <a:endParaRPr lang="nl-NL"/>
        </a:p>
      </dgm:t>
    </dgm:pt>
    <dgm:pt modelId="{FB2E6BD5-F301-4AA7-ADBA-0C7FDBE07FA4}" type="sibTrans" cxnId="{49E5A06D-AFD9-4734-85AD-D62BD94E444E}">
      <dgm:prSet/>
      <dgm:spPr/>
      <dgm:t>
        <a:bodyPr/>
        <a:lstStyle/>
        <a:p>
          <a:endParaRPr lang="nl-NL"/>
        </a:p>
      </dgm:t>
    </dgm:pt>
    <dgm:pt modelId="{D8A241C7-DBDB-45E0-AAA2-B25592FBFE43}">
      <dgm:prSet/>
      <dgm:spPr/>
      <dgm:t>
        <a:bodyPr/>
        <a:lstStyle/>
        <a:p>
          <a:endParaRPr lang="en-US" dirty="0" smtClean="0">
            <a:solidFill>
              <a:schemeClr val="tx1"/>
            </a:solidFill>
          </a:endParaRPr>
        </a:p>
      </dgm:t>
    </dgm:pt>
    <dgm:pt modelId="{8275E1CC-0B0E-4F3E-B2F6-2624F33D1A6C}" type="parTrans" cxnId="{165C75D3-92FB-43B6-B439-70A385AD2053}">
      <dgm:prSet/>
      <dgm:spPr/>
    </dgm:pt>
    <dgm:pt modelId="{A290E590-4DDB-43FF-8E2F-F6E58C9641D0}" type="sibTrans" cxnId="{165C75D3-92FB-43B6-B439-70A385AD2053}">
      <dgm:prSet/>
      <dgm:spPr/>
    </dgm:pt>
    <dgm:pt modelId="{6DA2A44E-7305-4854-B540-74E561D5AAB2}" type="pres">
      <dgm:prSet presAssocID="{BF89F560-C63B-4925-B2BF-928E56CDDF88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nl-NL"/>
        </a:p>
      </dgm:t>
    </dgm:pt>
    <dgm:pt modelId="{303A2166-8B83-475B-88B4-FFEF8F2C0DA8}" type="pres">
      <dgm:prSet presAssocID="{B3F42159-6BA6-4FC5-A3A6-C77E3D9747E1}" presName="parentText" presStyleLbl="node1" presStyleIdx="0" presStyleCnt="5" custLinFactNeighborX="3382" custLinFactNeighborY="1990">
        <dgm:presLayoutVars>
          <dgm:chMax val="0"/>
          <dgm:bulletEnabled val="1"/>
        </dgm:presLayoutVars>
      </dgm:prSet>
      <dgm:spPr/>
      <dgm:t>
        <a:bodyPr/>
        <a:lstStyle/>
        <a:p>
          <a:endParaRPr lang="nl-NL"/>
        </a:p>
      </dgm:t>
    </dgm:pt>
    <dgm:pt modelId="{19D37BE0-F4F2-48B5-B169-0D3C33645D3F}" type="pres">
      <dgm:prSet presAssocID="{04E87BEB-B345-4649-8AAD-47A81E81EB6D}" presName="spacer" presStyleCnt="0"/>
      <dgm:spPr/>
    </dgm:pt>
    <dgm:pt modelId="{61372987-3684-410C-A5B5-AB1257EF57D5}" type="pres">
      <dgm:prSet presAssocID="{A9259111-4BAE-41B6-AFAF-FA82B9E9E5D3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nl-NL"/>
        </a:p>
      </dgm:t>
    </dgm:pt>
    <dgm:pt modelId="{C124D0B0-0810-4545-982A-F8ECF8D496F5}" type="pres">
      <dgm:prSet presAssocID="{260742AB-039A-48F9-AF40-525C523C93D2}" presName="spacer" presStyleCnt="0"/>
      <dgm:spPr/>
    </dgm:pt>
    <dgm:pt modelId="{DEC248A0-8238-4073-B2C7-5D175CFB7B5C}" type="pres">
      <dgm:prSet presAssocID="{7FE87361-EDB3-4080-8F94-B5D420273CE3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nl-NL"/>
        </a:p>
      </dgm:t>
    </dgm:pt>
    <dgm:pt modelId="{B864CD03-1751-47C7-80F4-C7ED6E4E159D}" type="pres">
      <dgm:prSet presAssocID="{7FE87361-EDB3-4080-8F94-B5D420273CE3}" presName="childText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nl-NL"/>
        </a:p>
      </dgm:t>
    </dgm:pt>
    <dgm:pt modelId="{720FF6A5-581C-404F-AEAA-B6EF7F27DB92}" type="pres">
      <dgm:prSet presAssocID="{D0ADF427-4A61-4F6F-838D-CF71DCD9F238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nl-NL"/>
        </a:p>
      </dgm:t>
    </dgm:pt>
    <dgm:pt modelId="{9A30B0CF-BC74-4C0A-90A9-15AD79603F09}" type="pres">
      <dgm:prSet presAssocID="{515DECE3-69CA-44F0-8362-DF8374D73AAD}" presName="spacer" presStyleCnt="0"/>
      <dgm:spPr/>
    </dgm:pt>
    <dgm:pt modelId="{157D1A05-8CA1-4035-A20B-F9F990D59A69}" type="pres">
      <dgm:prSet presAssocID="{64FDA770-D1A5-4BA5-987C-AFE5C57AA8F1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nl-NL"/>
        </a:p>
      </dgm:t>
    </dgm:pt>
  </dgm:ptLst>
  <dgm:cxnLst>
    <dgm:cxn modelId="{FEEDCD9D-8647-4FCF-AA81-BD6B883E47A8}" srcId="{BF89F560-C63B-4925-B2BF-928E56CDDF88}" destId="{D0ADF427-4A61-4F6F-838D-CF71DCD9F238}" srcOrd="3" destOrd="0" parTransId="{125CE712-91F4-40D2-8772-3027EEE50628}" sibTransId="{515DECE3-69CA-44F0-8362-DF8374D73AAD}"/>
    <dgm:cxn modelId="{323C16C7-AFD8-4A94-A476-0616FB504E07}" type="presOf" srcId="{BF89F560-C63B-4925-B2BF-928E56CDDF88}" destId="{6DA2A44E-7305-4854-B540-74E561D5AAB2}" srcOrd="0" destOrd="0" presId="urn:microsoft.com/office/officeart/2005/8/layout/vList2"/>
    <dgm:cxn modelId="{E8584C64-DA1B-440D-B47B-490157374842}" type="presOf" srcId="{F2AB79D9-A7B3-4F01-893A-E3B97FD12FD1}" destId="{B864CD03-1751-47C7-80F4-C7ED6E4E159D}" srcOrd="0" destOrd="0" presId="urn:microsoft.com/office/officeart/2005/8/layout/vList2"/>
    <dgm:cxn modelId="{F92D6142-D7F4-4354-A0C8-9DEC13E98D2B}" type="presOf" srcId="{D8A241C7-DBDB-45E0-AAA2-B25592FBFE43}" destId="{B864CD03-1751-47C7-80F4-C7ED6E4E159D}" srcOrd="0" destOrd="2" presId="urn:microsoft.com/office/officeart/2005/8/layout/vList2"/>
    <dgm:cxn modelId="{DC183080-04F2-466C-8161-D7917A260F85}" srcId="{7FE87361-EDB3-4080-8F94-B5D420273CE3}" destId="{6D4254DD-08A1-4FAB-9FBA-D023AB73DF8A}" srcOrd="1" destOrd="0" parTransId="{AFEE2A71-E2BB-4D3F-A36A-6CC10C0336E3}" sibTransId="{D2E099CB-C94C-4F76-99C7-532EE2368A00}"/>
    <dgm:cxn modelId="{707383AC-C5BA-43BA-BCA5-D2E6CD8F68BD}" type="presOf" srcId="{6D4254DD-08A1-4FAB-9FBA-D023AB73DF8A}" destId="{B864CD03-1751-47C7-80F4-C7ED6E4E159D}" srcOrd="0" destOrd="1" presId="urn:microsoft.com/office/officeart/2005/8/layout/vList2"/>
    <dgm:cxn modelId="{19B08D2A-40C8-4497-BC57-ED5D5E37168D}" type="presOf" srcId="{D0ADF427-4A61-4F6F-838D-CF71DCD9F238}" destId="{720FF6A5-581C-404F-AEAA-B6EF7F27DB92}" srcOrd="0" destOrd="0" presId="urn:microsoft.com/office/officeart/2005/8/layout/vList2"/>
    <dgm:cxn modelId="{B355E0BF-16C5-410F-B092-03A6E964C28D}" type="presOf" srcId="{64FDA770-D1A5-4BA5-987C-AFE5C57AA8F1}" destId="{157D1A05-8CA1-4035-A20B-F9F990D59A69}" srcOrd="0" destOrd="0" presId="urn:microsoft.com/office/officeart/2005/8/layout/vList2"/>
    <dgm:cxn modelId="{932D6667-AB97-4CE0-A133-1790545463A7}" srcId="{BF89F560-C63B-4925-B2BF-928E56CDDF88}" destId="{A9259111-4BAE-41B6-AFAF-FA82B9E9E5D3}" srcOrd="1" destOrd="0" parTransId="{9C146B68-9D7C-490B-B930-E88740E22A2B}" sibTransId="{260742AB-039A-48F9-AF40-525C523C93D2}"/>
    <dgm:cxn modelId="{888E0F65-5AF3-41EB-980C-90C83FDE95E3}" srcId="{BF89F560-C63B-4925-B2BF-928E56CDDF88}" destId="{B3F42159-6BA6-4FC5-A3A6-C77E3D9747E1}" srcOrd="0" destOrd="0" parTransId="{ADE7822F-9B17-44EB-9245-A45A921D81CD}" sibTransId="{04E87BEB-B345-4649-8AAD-47A81E81EB6D}"/>
    <dgm:cxn modelId="{2B72CF84-739F-4289-A3C0-2B674948E895}" srcId="{7FE87361-EDB3-4080-8F94-B5D420273CE3}" destId="{F2AB79D9-A7B3-4F01-893A-E3B97FD12FD1}" srcOrd="0" destOrd="0" parTransId="{F9833CBB-23D9-406C-ACE4-44D788D19BC2}" sibTransId="{0616EB01-5CD2-4CAA-A3CB-32F87578330F}"/>
    <dgm:cxn modelId="{165C75D3-92FB-43B6-B439-70A385AD2053}" srcId="{7FE87361-EDB3-4080-8F94-B5D420273CE3}" destId="{D8A241C7-DBDB-45E0-AAA2-B25592FBFE43}" srcOrd="2" destOrd="0" parTransId="{8275E1CC-0B0E-4F3E-B2F6-2624F33D1A6C}" sibTransId="{A290E590-4DDB-43FF-8E2F-F6E58C9641D0}"/>
    <dgm:cxn modelId="{6D6A7504-B476-4396-ADFC-B6A34EE1C53A}" type="presOf" srcId="{B3F42159-6BA6-4FC5-A3A6-C77E3D9747E1}" destId="{303A2166-8B83-475B-88B4-FFEF8F2C0DA8}" srcOrd="0" destOrd="0" presId="urn:microsoft.com/office/officeart/2005/8/layout/vList2"/>
    <dgm:cxn modelId="{49E5A06D-AFD9-4734-85AD-D62BD94E444E}" srcId="{BF89F560-C63B-4925-B2BF-928E56CDDF88}" destId="{64FDA770-D1A5-4BA5-987C-AFE5C57AA8F1}" srcOrd="4" destOrd="0" parTransId="{0F2E4D11-7520-4577-A2DE-3C07B7D67923}" sibTransId="{FB2E6BD5-F301-4AA7-ADBA-0C7FDBE07FA4}"/>
    <dgm:cxn modelId="{E85E5159-977E-4148-A21C-A1EFD6C87468}" srcId="{BF89F560-C63B-4925-B2BF-928E56CDDF88}" destId="{7FE87361-EDB3-4080-8F94-B5D420273CE3}" srcOrd="2" destOrd="0" parTransId="{CFF11680-5DB6-42F6-8CC2-B65CF04FA623}" sibTransId="{3586B276-13F8-45AD-B390-AA0A69658D93}"/>
    <dgm:cxn modelId="{EEC7D875-2BF5-4927-830D-CED49E9DD1AA}" type="presOf" srcId="{A9259111-4BAE-41B6-AFAF-FA82B9E9E5D3}" destId="{61372987-3684-410C-A5B5-AB1257EF57D5}" srcOrd="0" destOrd="0" presId="urn:microsoft.com/office/officeart/2005/8/layout/vList2"/>
    <dgm:cxn modelId="{8B68B148-A031-4A9D-A089-5C2CCC97E399}" type="presOf" srcId="{7FE87361-EDB3-4080-8F94-B5D420273CE3}" destId="{DEC248A0-8238-4073-B2C7-5D175CFB7B5C}" srcOrd="0" destOrd="0" presId="urn:microsoft.com/office/officeart/2005/8/layout/vList2"/>
    <dgm:cxn modelId="{654ECB37-DC6C-4708-9D58-0FC708E9DFA8}" type="presParOf" srcId="{6DA2A44E-7305-4854-B540-74E561D5AAB2}" destId="{303A2166-8B83-475B-88B4-FFEF8F2C0DA8}" srcOrd="0" destOrd="0" presId="urn:microsoft.com/office/officeart/2005/8/layout/vList2"/>
    <dgm:cxn modelId="{6C272B52-5050-44CB-BBA9-F528B8B5A816}" type="presParOf" srcId="{6DA2A44E-7305-4854-B540-74E561D5AAB2}" destId="{19D37BE0-F4F2-48B5-B169-0D3C33645D3F}" srcOrd="1" destOrd="0" presId="urn:microsoft.com/office/officeart/2005/8/layout/vList2"/>
    <dgm:cxn modelId="{B5E2AEA7-8385-44ED-AF52-CB0A513DF4BC}" type="presParOf" srcId="{6DA2A44E-7305-4854-B540-74E561D5AAB2}" destId="{61372987-3684-410C-A5B5-AB1257EF57D5}" srcOrd="2" destOrd="0" presId="urn:microsoft.com/office/officeart/2005/8/layout/vList2"/>
    <dgm:cxn modelId="{EAF79E79-FB1E-464D-A7E4-C8FBF5219B16}" type="presParOf" srcId="{6DA2A44E-7305-4854-B540-74E561D5AAB2}" destId="{C124D0B0-0810-4545-982A-F8ECF8D496F5}" srcOrd="3" destOrd="0" presId="urn:microsoft.com/office/officeart/2005/8/layout/vList2"/>
    <dgm:cxn modelId="{EFC6708F-38DE-4515-AF81-A0B76BDA49CC}" type="presParOf" srcId="{6DA2A44E-7305-4854-B540-74E561D5AAB2}" destId="{DEC248A0-8238-4073-B2C7-5D175CFB7B5C}" srcOrd="4" destOrd="0" presId="urn:microsoft.com/office/officeart/2005/8/layout/vList2"/>
    <dgm:cxn modelId="{821780E7-4819-4DAA-8AB3-7070B3E42482}" type="presParOf" srcId="{6DA2A44E-7305-4854-B540-74E561D5AAB2}" destId="{B864CD03-1751-47C7-80F4-C7ED6E4E159D}" srcOrd="5" destOrd="0" presId="urn:microsoft.com/office/officeart/2005/8/layout/vList2"/>
    <dgm:cxn modelId="{26D6D863-4369-4269-9EF7-05B2C0C0C2A8}" type="presParOf" srcId="{6DA2A44E-7305-4854-B540-74E561D5AAB2}" destId="{720FF6A5-581C-404F-AEAA-B6EF7F27DB92}" srcOrd="6" destOrd="0" presId="urn:microsoft.com/office/officeart/2005/8/layout/vList2"/>
    <dgm:cxn modelId="{69307CEF-53AA-4B38-A1C5-F6EE276DC7E2}" type="presParOf" srcId="{6DA2A44E-7305-4854-B540-74E561D5AAB2}" destId="{9A30B0CF-BC74-4C0A-90A9-15AD79603F09}" srcOrd="7" destOrd="0" presId="urn:microsoft.com/office/officeart/2005/8/layout/vList2"/>
    <dgm:cxn modelId="{ABD9AAD9-49E8-4A64-885E-8AA56B15A76D}" type="presParOf" srcId="{6DA2A44E-7305-4854-B540-74E561D5AAB2}" destId="{157D1A05-8CA1-4035-A20B-F9F990D59A69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F89F560-C63B-4925-B2BF-928E56CDDF88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nl-NL"/>
        </a:p>
      </dgm:t>
    </dgm:pt>
    <dgm:pt modelId="{B3F42159-6BA6-4FC5-A3A6-C77E3D9747E1}">
      <dgm:prSet phldrT="[Text]"/>
      <dgm:spPr>
        <a:solidFill>
          <a:srgbClr val="95B0D6"/>
        </a:solidFill>
      </dgm:spPr>
      <dgm:t>
        <a:bodyPr/>
        <a:lstStyle/>
        <a:p>
          <a:r>
            <a:rPr lang="en-US" dirty="0" smtClean="0"/>
            <a:t>Multiple panel support</a:t>
          </a:r>
          <a:endParaRPr lang="nl-NL" dirty="0"/>
        </a:p>
      </dgm:t>
    </dgm:pt>
    <dgm:pt modelId="{ADE7822F-9B17-44EB-9245-A45A921D81CD}" type="parTrans" cxnId="{888E0F65-5AF3-41EB-980C-90C83FDE95E3}">
      <dgm:prSet/>
      <dgm:spPr/>
      <dgm:t>
        <a:bodyPr/>
        <a:lstStyle/>
        <a:p>
          <a:endParaRPr lang="nl-NL"/>
        </a:p>
      </dgm:t>
    </dgm:pt>
    <dgm:pt modelId="{04E87BEB-B345-4649-8AAD-47A81E81EB6D}" type="sibTrans" cxnId="{888E0F65-5AF3-41EB-980C-90C83FDE95E3}">
      <dgm:prSet/>
      <dgm:spPr/>
      <dgm:t>
        <a:bodyPr/>
        <a:lstStyle/>
        <a:p>
          <a:endParaRPr lang="nl-NL"/>
        </a:p>
      </dgm:t>
    </dgm:pt>
    <dgm:pt modelId="{A9259111-4BAE-41B6-AFAF-FA82B9E9E5D3}">
      <dgm:prSet phldrT="[Text]"/>
      <dgm:spPr>
        <a:solidFill>
          <a:srgbClr val="95B0D6"/>
        </a:solidFill>
      </dgm:spPr>
      <dgm:t>
        <a:bodyPr/>
        <a:lstStyle/>
        <a:p>
          <a:r>
            <a:rPr lang="en-US" dirty="0" err="1" smtClean="0"/>
            <a:t>XHTML+RDFa</a:t>
          </a:r>
          <a:r>
            <a:rPr lang="en-US" dirty="0" smtClean="0"/>
            <a:t> support</a:t>
          </a:r>
          <a:endParaRPr lang="nl-NL" dirty="0"/>
        </a:p>
      </dgm:t>
    </dgm:pt>
    <dgm:pt modelId="{9C146B68-9D7C-490B-B930-E88740E22A2B}" type="parTrans" cxnId="{932D6667-AB97-4CE0-A133-1790545463A7}">
      <dgm:prSet/>
      <dgm:spPr/>
      <dgm:t>
        <a:bodyPr/>
        <a:lstStyle/>
        <a:p>
          <a:endParaRPr lang="nl-NL"/>
        </a:p>
      </dgm:t>
    </dgm:pt>
    <dgm:pt modelId="{260742AB-039A-48F9-AF40-525C523C93D2}" type="sibTrans" cxnId="{932D6667-AB97-4CE0-A133-1790545463A7}">
      <dgm:prSet/>
      <dgm:spPr/>
      <dgm:t>
        <a:bodyPr/>
        <a:lstStyle/>
        <a:p>
          <a:endParaRPr lang="nl-NL"/>
        </a:p>
      </dgm:t>
    </dgm:pt>
    <dgm:pt modelId="{D0ADF427-4A61-4F6F-838D-CF71DCD9F238}">
      <dgm:prSet phldrT="[Text]"/>
      <dgm:spPr/>
      <dgm:t>
        <a:bodyPr/>
        <a:lstStyle/>
        <a:p>
          <a:r>
            <a:rPr lang="en-US" dirty="0" smtClean="0"/>
            <a:t>DDI 3.1 XML Output</a:t>
          </a:r>
          <a:endParaRPr lang="nl-NL" dirty="0"/>
        </a:p>
      </dgm:t>
    </dgm:pt>
    <dgm:pt modelId="{125CE712-91F4-40D2-8772-3027EEE50628}" type="parTrans" cxnId="{FEEDCD9D-8647-4FCF-AA81-BD6B883E47A8}">
      <dgm:prSet/>
      <dgm:spPr/>
      <dgm:t>
        <a:bodyPr/>
        <a:lstStyle/>
        <a:p>
          <a:endParaRPr lang="nl-NL"/>
        </a:p>
      </dgm:t>
    </dgm:pt>
    <dgm:pt modelId="{515DECE3-69CA-44F0-8362-DF8374D73AAD}" type="sibTrans" cxnId="{FEEDCD9D-8647-4FCF-AA81-BD6B883E47A8}">
      <dgm:prSet/>
      <dgm:spPr/>
      <dgm:t>
        <a:bodyPr/>
        <a:lstStyle/>
        <a:p>
          <a:endParaRPr lang="nl-NL"/>
        </a:p>
      </dgm:t>
    </dgm:pt>
    <dgm:pt modelId="{7FE87361-EDB3-4080-8F94-B5D420273CE3}">
      <dgm:prSet phldrT="[Text]"/>
      <dgm:spPr>
        <a:solidFill>
          <a:srgbClr val="95B0D6"/>
        </a:solidFill>
      </dgm:spPr>
      <dgm:t>
        <a:bodyPr/>
        <a:lstStyle/>
        <a:p>
          <a:r>
            <a:rPr lang="en-US" dirty="0" smtClean="0"/>
            <a:t>Paper codebook output</a:t>
          </a:r>
          <a:endParaRPr lang="nl-NL" dirty="0"/>
        </a:p>
      </dgm:t>
    </dgm:pt>
    <dgm:pt modelId="{CFF11680-5DB6-42F6-8CC2-B65CF04FA623}" type="parTrans" cxnId="{E85E5159-977E-4148-A21C-A1EFD6C87468}">
      <dgm:prSet/>
      <dgm:spPr/>
      <dgm:t>
        <a:bodyPr/>
        <a:lstStyle/>
        <a:p>
          <a:endParaRPr lang="nl-NL"/>
        </a:p>
      </dgm:t>
    </dgm:pt>
    <dgm:pt modelId="{3586B276-13F8-45AD-B390-AA0A69658D93}" type="sibTrans" cxnId="{E85E5159-977E-4148-A21C-A1EFD6C87468}">
      <dgm:prSet/>
      <dgm:spPr/>
      <dgm:t>
        <a:bodyPr/>
        <a:lstStyle/>
        <a:p>
          <a:endParaRPr lang="nl-NL"/>
        </a:p>
      </dgm:t>
    </dgm:pt>
    <dgm:pt modelId="{64FDA770-D1A5-4BA5-987C-AFE5C57AA8F1}">
      <dgm:prSet phldrT="[Text]"/>
      <dgm:spPr>
        <a:solidFill>
          <a:srgbClr val="95B0D6"/>
        </a:solidFill>
      </dgm:spPr>
      <dgm:t>
        <a:bodyPr/>
        <a:lstStyle/>
        <a:p>
          <a:endParaRPr lang="nl-NL" dirty="0"/>
        </a:p>
      </dgm:t>
    </dgm:pt>
    <dgm:pt modelId="{0F2E4D11-7520-4577-A2DE-3C07B7D67923}" type="parTrans" cxnId="{49E5A06D-AFD9-4734-85AD-D62BD94E444E}">
      <dgm:prSet/>
      <dgm:spPr/>
      <dgm:t>
        <a:bodyPr/>
        <a:lstStyle/>
        <a:p>
          <a:endParaRPr lang="nl-NL"/>
        </a:p>
      </dgm:t>
    </dgm:pt>
    <dgm:pt modelId="{FB2E6BD5-F301-4AA7-ADBA-0C7FDBE07FA4}" type="sibTrans" cxnId="{49E5A06D-AFD9-4734-85AD-D62BD94E444E}">
      <dgm:prSet/>
      <dgm:spPr/>
      <dgm:t>
        <a:bodyPr/>
        <a:lstStyle/>
        <a:p>
          <a:endParaRPr lang="nl-NL"/>
        </a:p>
      </dgm:t>
    </dgm:pt>
    <dgm:pt modelId="{A0478345-8AD7-494F-8B02-C498A541362F}">
      <dgm:prSet phldrT="[Text]"/>
      <dgm:spPr/>
      <dgm:t>
        <a:bodyPr/>
        <a:lstStyle/>
        <a:p>
          <a:endParaRPr lang="nl-NL" dirty="0"/>
        </a:p>
      </dgm:t>
    </dgm:pt>
    <dgm:pt modelId="{91042B38-FAAB-44C3-8988-7D4630CD9438}" type="parTrans" cxnId="{664B8CC1-9AB1-4213-8420-7477CF62EF05}">
      <dgm:prSet/>
      <dgm:spPr/>
      <dgm:t>
        <a:bodyPr/>
        <a:lstStyle/>
        <a:p>
          <a:endParaRPr lang="nl-NL"/>
        </a:p>
      </dgm:t>
    </dgm:pt>
    <dgm:pt modelId="{C0DF384F-6A81-4CA3-BFDD-BAABC03C5667}" type="sibTrans" cxnId="{664B8CC1-9AB1-4213-8420-7477CF62EF05}">
      <dgm:prSet/>
      <dgm:spPr/>
      <dgm:t>
        <a:bodyPr/>
        <a:lstStyle/>
        <a:p>
          <a:endParaRPr lang="nl-NL"/>
        </a:p>
      </dgm:t>
    </dgm:pt>
    <dgm:pt modelId="{D7B065BD-9EE6-4B6A-A696-883EC1EE41EC}">
      <dgm:prSet phldrT="[Text]"/>
      <dgm:spPr/>
      <dgm:t>
        <a:bodyPr/>
        <a:lstStyle/>
        <a:p>
          <a:r>
            <a:rPr lang="en-US" dirty="0" smtClean="0"/>
            <a:t>Output Study, Panel, or Project</a:t>
          </a:r>
          <a:endParaRPr lang="nl-NL" dirty="0"/>
        </a:p>
      </dgm:t>
    </dgm:pt>
    <dgm:pt modelId="{654606FB-4C74-4DBB-B09F-AD22CDAEBDA8}" type="parTrans" cxnId="{35EC7972-10FD-4E27-804B-53DF681A037D}">
      <dgm:prSet/>
      <dgm:spPr/>
      <dgm:t>
        <a:bodyPr/>
        <a:lstStyle/>
        <a:p>
          <a:endParaRPr lang="nl-NL"/>
        </a:p>
      </dgm:t>
    </dgm:pt>
    <dgm:pt modelId="{F22F37C9-0AD3-4094-B91A-CF9A3B1C5DA6}" type="sibTrans" cxnId="{35EC7972-10FD-4E27-804B-53DF681A037D}">
      <dgm:prSet/>
      <dgm:spPr/>
      <dgm:t>
        <a:bodyPr/>
        <a:lstStyle/>
        <a:p>
          <a:endParaRPr lang="nl-NL"/>
        </a:p>
      </dgm:t>
    </dgm:pt>
    <dgm:pt modelId="{4B4AC415-95DC-4C36-B3DC-4781503CB7E2}">
      <dgm:prSet phldrT="[Text]"/>
      <dgm:spPr/>
      <dgm:t>
        <a:bodyPr/>
        <a:lstStyle/>
        <a:p>
          <a:endParaRPr lang="nl-NL" dirty="0"/>
        </a:p>
      </dgm:t>
    </dgm:pt>
    <dgm:pt modelId="{4576E1EE-CF32-453F-9943-BDFBBB080DA4}" type="parTrans" cxnId="{65875AB3-43C5-4317-BB03-55D2932A69F1}">
      <dgm:prSet/>
      <dgm:spPr/>
      <dgm:t>
        <a:bodyPr/>
        <a:lstStyle/>
        <a:p>
          <a:endParaRPr lang="nl-NL"/>
        </a:p>
      </dgm:t>
    </dgm:pt>
    <dgm:pt modelId="{97850B2D-7D4C-4A0F-9FDF-6C19AC72A9E3}" type="sibTrans" cxnId="{65875AB3-43C5-4317-BB03-55D2932A69F1}">
      <dgm:prSet/>
      <dgm:spPr/>
      <dgm:t>
        <a:bodyPr/>
        <a:lstStyle/>
        <a:p>
          <a:endParaRPr lang="nl-NL"/>
        </a:p>
      </dgm:t>
    </dgm:pt>
    <dgm:pt modelId="{6DA2A44E-7305-4854-B540-74E561D5AAB2}" type="pres">
      <dgm:prSet presAssocID="{BF89F560-C63B-4925-B2BF-928E56CDDF88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nl-NL"/>
        </a:p>
      </dgm:t>
    </dgm:pt>
    <dgm:pt modelId="{303A2166-8B83-475B-88B4-FFEF8F2C0DA8}" type="pres">
      <dgm:prSet presAssocID="{B3F42159-6BA6-4FC5-A3A6-C77E3D9747E1}" presName="parentText" presStyleLbl="node1" presStyleIdx="0" presStyleCnt="5" custLinFactNeighborX="3382" custLinFactNeighborY="1990">
        <dgm:presLayoutVars>
          <dgm:chMax val="0"/>
          <dgm:bulletEnabled val="1"/>
        </dgm:presLayoutVars>
      </dgm:prSet>
      <dgm:spPr/>
      <dgm:t>
        <a:bodyPr/>
        <a:lstStyle/>
        <a:p>
          <a:endParaRPr lang="nl-NL"/>
        </a:p>
      </dgm:t>
    </dgm:pt>
    <dgm:pt modelId="{63A76702-8CB7-4FA4-8838-18AF528F05CA}" type="pres">
      <dgm:prSet presAssocID="{04E87BEB-B345-4649-8AAD-47A81E81EB6D}" presName="spacer" presStyleCnt="0"/>
      <dgm:spPr/>
    </dgm:pt>
    <dgm:pt modelId="{61372987-3684-410C-A5B5-AB1257EF57D5}" type="pres">
      <dgm:prSet presAssocID="{A9259111-4BAE-41B6-AFAF-FA82B9E9E5D3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nl-NL"/>
        </a:p>
      </dgm:t>
    </dgm:pt>
    <dgm:pt modelId="{C124D0B0-0810-4545-982A-F8ECF8D496F5}" type="pres">
      <dgm:prSet presAssocID="{260742AB-039A-48F9-AF40-525C523C93D2}" presName="spacer" presStyleCnt="0"/>
      <dgm:spPr/>
    </dgm:pt>
    <dgm:pt modelId="{DEC248A0-8238-4073-B2C7-5D175CFB7B5C}" type="pres">
      <dgm:prSet presAssocID="{7FE87361-EDB3-4080-8F94-B5D420273CE3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nl-NL"/>
        </a:p>
      </dgm:t>
    </dgm:pt>
    <dgm:pt modelId="{E3D48D71-22EE-4D1B-A49A-E785FB87570A}" type="pres">
      <dgm:prSet presAssocID="{3586B276-13F8-45AD-B390-AA0A69658D93}" presName="spacer" presStyleCnt="0"/>
      <dgm:spPr/>
    </dgm:pt>
    <dgm:pt modelId="{720FF6A5-581C-404F-AEAA-B6EF7F27DB92}" type="pres">
      <dgm:prSet presAssocID="{D0ADF427-4A61-4F6F-838D-CF71DCD9F238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nl-NL"/>
        </a:p>
      </dgm:t>
    </dgm:pt>
    <dgm:pt modelId="{631A1706-36F8-40A4-A89C-D5B70CC08318}" type="pres">
      <dgm:prSet presAssocID="{D0ADF427-4A61-4F6F-838D-CF71DCD9F238}" presName="childText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nl-NL"/>
        </a:p>
      </dgm:t>
    </dgm:pt>
    <dgm:pt modelId="{157D1A05-8CA1-4035-A20B-F9F990D59A69}" type="pres">
      <dgm:prSet presAssocID="{64FDA770-D1A5-4BA5-987C-AFE5C57AA8F1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nl-NL"/>
        </a:p>
      </dgm:t>
    </dgm:pt>
  </dgm:ptLst>
  <dgm:cxnLst>
    <dgm:cxn modelId="{5E2E3CCF-D5C4-40A7-B7AE-7DBAFFFC9394}" type="presOf" srcId="{A0478345-8AD7-494F-8B02-C498A541362F}" destId="{631A1706-36F8-40A4-A89C-D5B70CC08318}" srcOrd="0" destOrd="2" presId="urn:microsoft.com/office/officeart/2005/8/layout/vList2"/>
    <dgm:cxn modelId="{35EC7972-10FD-4E27-804B-53DF681A037D}" srcId="{D0ADF427-4A61-4F6F-838D-CF71DCD9F238}" destId="{D7B065BD-9EE6-4B6A-A696-883EC1EE41EC}" srcOrd="0" destOrd="0" parTransId="{654606FB-4C74-4DBB-B09F-AD22CDAEBDA8}" sibTransId="{F22F37C9-0AD3-4094-B91A-CF9A3B1C5DA6}"/>
    <dgm:cxn modelId="{381047B9-B8B4-453F-B9A0-EB6EC283F2D8}" type="presOf" srcId="{D7B065BD-9EE6-4B6A-A696-883EC1EE41EC}" destId="{631A1706-36F8-40A4-A89C-D5B70CC08318}" srcOrd="0" destOrd="0" presId="urn:microsoft.com/office/officeart/2005/8/layout/vList2"/>
    <dgm:cxn modelId="{E167248F-D74D-4C86-B38C-167D091EA1E5}" type="presOf" srcId="{A9259111-4BAE-41B6-AFAF-FA82B9E9E5D3}" destId="{61372987-3684-410C-A5B5-AB1257EF57D5}" srcOrd="0" destOrd="0" presId="urn:microsoft.com/office/officeart/2005/8/layout/vList2"/>
    <dgm:cxn modelId="{2162A56E-3845-40BA-A1CF-0CFBF69F22DE}" type="presOf" srcId="{64FDA770-D1A5-4BA5-987C-AFE5C57AA8F1}" destId="{157D1A05-8CA1-4035-A20B-F9F990D59A69}" srcOrd="0" destOrd="0" presId="urn:microsoft.com/office/officeart/2005/8/layout/vList2"/>
    <dgm:cxn modelId="{A1672912-58DD-40B7-BB07-5704F7B7531A}" type="presOf" srcId="{7FE87361-EDB3-4080-8F94-B5D420273CE3}" destId="{DEC248A0-8238-4073-B2C7-5D175CFB7B5C}" srcOrd="0" destOrd="0" presId="urn:microsoft.com/office/officeart/2005/8/layout/vList2"/>
    <dgm:cxn modelId="{FEEDCD9D-8647-4FCF-AA81-BD6B883E47A8}" srcId="{BF89F560-C63B-4925-B2BF-928E56CDDF88}" destId="{D0ADF427-4A61-4F6F-838D-CF71DCD9F238}" srcOrd="3" destOrd="0" parTransId="{125CE712-91F4-40D2-8772-3027EEE50628}" sibTransId="{515DECE3-69CA-44F0-8362-DF8374D73AAD}"/>
    <dgm:cxn modelId="{C6BD5854-1797-47FE-9843-1188920CF16D}" type="presOf" srcId="{D0ADF427-4A61-4F6F-838D-CF71DCD9F238}" destId="{720FF6A5-581C-404F-AEAA-B6EF7F27DB92}" srcOrd="0" destOrd="0" presId="urn:microsoft.com/office/officeart/2005/8/layout/vList2"/>
    <dgm:cxn modelId="{E3A17990-9D47-410C-A819-D2D2F2446274}" type="presOf" srcId="{BF89F560-C63B-4925-B2BF-928E56CDDF88}" destId="{6DA2A44E-7305-4854-B540-74E561D5AAB2}" srcOrd="0" destOrd="0" presId="urn:microsoft.com/office/officeart/2005/8/layout/vList2"/>
    <dgm:cxn modelId="{888E0F65-5AF3-41EB-980C-90C83FDE95E3}" srcId="{BF89F560-C63B-4925-B2BF-928E56CDDF88}" destId="{B3F42159-6BA6-4FC5-A3A6-C77E3D9747E1}" srcOrd="0" destOrd="0" parTransId="{ADE7822F-9B17-44EB-9245-A45A921D81CD}" sibTransId="{04E87BEB-B345-4649-8AAD-47A81E81EB6D}"/>
    <dgm:cxn modelId="{E85E5159-977E-4148-A21C-A1EFD6C87468}" srcId="{BF89F560-C63B-4925-B2BF-928E56CDDF88}" destId="{7FE87361-EDB3-4080-8F94-B5D420273CE3}" srcOrd="2" destOrd="0" parTransId="{CFF11680-5DB6-42F6-8CC2-B65CF04FA623}" sibTransId="{3586B276-13F8-45AD-B390-AA0A69658D93}"/>
    <dgm:cxn modelId="{664B8CC1-9AB1-4213-8420-7477CF62EF05}" srcId="{D0ADF427-4A61-4F6F-838D-CF71DCD9F238}" destId="{A0478345-8AD7-494F-8B02-C498A541362F}" srcOrd="2" destOrd="0" parTransId="{91042B38-FAAB-44C3-8988-7D4630CD9438}" sibTransId="{C0DF384F-6A81-4CA3-BFDD-BAABC03C5667}"/>
    <dgm:cxn modelId="{45638E3B-AAF4-4419-AE63-2673E9582CBF}" type="presOf" srcId="{4B4AC415-95DC-4C36-B3DC-4781503CB7E2}" destId="{631A1706-36F8-40A4-A89C-D5B70CC08318}" srcOrd="0" destOrd="1" presId="urn:microsoft.com/office/officeart/2005/8/layout/vList2"/>
    <dgm:cxn modelId="{65875AB3-43C5-4317-BB03-55D2932A69F1}" srcId="{D0ADF427-4A61-4F6F-838D-CF71DCD9F238}" destId="{4B4AC415-95DC-4C36-B3DC-4781503CB7E2}" srcOrd="1" destOrd="0" parTransId="{4576E1EE-CF32-453F-9943-BDFBBB080DA4}" sibTransId="{97850B2D-7D4C-4A0F-9FDF-6C19AC72A9E3}"/>
    <dgm:cxn modelId="{49E5A06D-AFD9-4734-85AD-D62BD94E444E}" srcId="{BF89F560-C63B-4925-B2BF-928E56CDDF88}" destId="{64FDA770-D1A5-4BA5-987C-AFE5C57AA8F1}" srcOrd="4" destOrd="0" parTransId="{0F2E4D11-7520-4577-A2DE-3C07B7D67923}" sibTransId="{FB2E6BD5-F301-4AA7-ADBA-0C7FDBE07FA4}"/>
    <dgm:cxn modelId="{932D6667-AB97-4CE0-A133-1790545463A7}" srcId="{BF89F560-C63B-4925-B2BF-928E56CDDF88}" destId="{A9259111-4BAE-41B6-AFAF-FA82B9E9E5D3}" srcOrd="1" destOrd="0" parTransId="{9C146B68-9D7C-490B-B930-E88740E22A2B}" sibTransId="{260742AB-039A-48F9-AF40-525C523C93D2}"/>
    <dgm:cxn modelId="{7170DC29-6039-4C57-8C0B-BB10654E5E2A}" type="presOf" srcId="{B3F42159-6BA6-4FC5-A3A6-C77E3D9747E1}" destId="{303A2166-8B83-475B-88B4-FFEF8F2C0DA8}" srcOrd="0" destOrd="0" presId="urn:microsoft.com/office/officeart/2005/8/layout/vList2"/>
    <dgm:cxn modelId="{9710BEBD-69B5-4CDE-AEA1-62C510DAE1FE}" type="presParOf" srcId="{6DA2A44E-7305-4854-B540-74E561D5AAB2}" destId="{303A2166-8B83-475B-88B4-FFEF8F2C0DA8}" srcOrd="0" destOrd="0" presId="urn:microsoft.com/office/officeart/2005/8/layout/vList2"/>
    <dgm:cxn modelId="{6E94480E-4355-40BD-B1DA-686908C63298}" type="presParOf" srcId="{6DA2A44E-7305-4854-B540-74E561D5AAB2}" destId="{63A76702-8CB7-4FA4-8838-18AF528F05CA}" srcOrd="1" destOrd="0" presId="urn:microsoft.com/office/officeart/2005/8/layout/vList2"/>
    <dgm:cxn modelId="{A3637E05-D4C7-442E-BA03-BE45EB605F46}" type="presParOf" srcId="{6DA2A44E-7305-4854-B540-74E561D5AAB2}" destId="{61372987-3684-410C-A5B5-AB1257EF57D5}" srcOrd="2" destOrd="0" presId="urn:microsoft.com/office/officeart/2005/8/layout/vList2"/>
    <dgm:cxn modelId="{41C3ED62-7298-42E0-AF72-D7C9267C214C}" type="presParOf" srcId="{6DA2A44E-7305-4854-B540-74E561D5AAB2}" destId="{C124D0B0-0810-4545-982A-F8ECF8D496F5}" srcOrd="3" destOrd="0" presId="urn:microsoft.com/office/officeart/2005/8/layout/vList2"/>
    <dgm:cxn modelId="{D4102373-5D0E-4BE8-9F48-1189703639F1}" type="presParOf" srcId="{6DA2A44E-7305-4854-B540-74E561D5AAB2}" destId="{DEC248A0-8238-4073-B2C7-5D175CFB7B5C}" srcOrd="4" destOrd="0" presId="urn:microsoft.com/office/officeart/2005/8/layout/vList2"/>
    <dgm:cxn modelId="{066EE52D-E059-48A5-8F30-0AD4AD30BB3E}" type="presParOf" srcId="{6DA2A44E-7305-4854-B540-74E561D5AAB2}" destId="{E3D48D71-22EE-4D1B-A49A-E785FB87570A}" srcOrd="5" destOrd="0" presId="urn:microsoft.com/office/officeart/2005/8/layout/vList2"/>
    <dgm:cxn modelId="{AFFDD045-E56B-4245-98BB-C9E6C8CADBE3}" type="presParOf" srcId="{6DA2A44E-7305-4854-B540-74E561D5AAB2}" destId="{720FF6A5-581C-404F-AEAA-B6EF7F27DB92}" srcOrd="6" destOrd="0" presId="urn:microsoft.com/office/officeart/2005/8/layout/vList2"/>
    <dgm:cxn modelId="{5EFF0D37-B7CC-403D-89A2-7022A94FA50E}" type="presParOf" srcId="{6DA2A44E-7305-4854-B540-74E561D5AAB2}" destId="{631A1706-36F8-40A4-A89C-D5B70CC08318}" srcOrd="7" destOrd="0" presId="urn:microsoft.com/office/officeart/2005/8/layout/vList2"/>
    <dgm:cxn modelId="{E2DEC98A-DCBD-420C-BF15-D559A91F8598}" type="presParOf" srcId="{6DA2A44E-7305-4854-B540-74E561D5AAB2}" destId="{157D1A05-8CA1-4035-A20B-F9F990D59A69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F89F560-C63B-4925-B2BF-928E56CDDF88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nl-NL"/>
        </a:p>
      </dgm:t>
    </dgm:pt>
    <dgm:pt modelId="{B3F42159-6BA6-4FC5-A3A6-C77E3D9747E1}">
      <dgm:prSet phldrT="[Text]"/>
      <dgm:spPr>
        <a:solidFill>
          <a:srgbClr val="95B0D6"/>
        </a:solidFill>
      </dgm:spPr>
      <dgm:t>
        <a:bodyPr/>
        <a:lstStyle/>
        <a:p>
          <a:r>
            <a:rPr lang="en-US" dirty="0" smtClean="0"/>
            <a:t>Multiple panel support</a:t>
          </a:r>
          <a:endParaRPr lang="nl-NL" dirty="0"/>
        </a:p>
      </dgm:t>
    </dgm:pt>
    <dgm:pt modelId="{ADE7822F-9B17-44EB-9245-A45A921D81CD}" type="parTrans" cxnId="{888E0F65-5AF3-41EB-980C-90C83FDE95E3}">
      <dgm:prSet/>
      <dgm:spPr/>
      <dgm:t>
        <a:bodyPr/>
        <a:lstStyle/>
        <a:p>
          <a:endParaRPr lang="nl-NL"/>
        </a:p>
      </dgm:t>
    </dgm:pt>
    <dgm:pt modelId="{04E87BEB-B345-4649-8AAD-47A81E81EB6D}" type="sibTrans" cxnId="{888E0F65-5AF3-41EB-980C-90C83FDE95E3}">
      <dgm:prSet/>
      <dgm:spPr/>
      <dgm:t>
        <a:bodyPr/>
        <a:lstStyle/>
        <a:p>
          <a:endParaRPr lang="nl-NL"/>
        </a:p>
      </dgm:t>
    </dgm:pt>
    <dgm:pt modelId="{A6948E4B-FB38-498E-81D0-7FD8C90128FA}">
      <dgm:prSet phldrT="[Text]"/>
      <dgm:spPr/>
      <dgm:t>
        <a:bodyPr/>
        <a:lstStyle/>
        <a:p>
          <a:r>
            <a:rPr lang="en-US" dirty="0" err="1" smtClean="0"/>
            <a:t>ddiPodcast</a:t>
          </a:r>
          <a:r>
            <a:rPr lang="en-US" dirty="0" smtClean="0"/>
            <a:t> support</a:t>
          </a:r>
          <a:endParaRPr lang="nl-NL" dirty="0"/>
        </a:p>
      </dgm:t>
    </dgm:pt>
    <dgm:pt modelId="{3C7C259B-2448-4C89-B7F0-00B5468A24EC}" type="parTrans" cxnId="{522B093F-F8B1-4359-82DE-BE483FE0A483}">
      <dgm:prSet/>
      <dgm:spPr/>
      <dgm:t>
        <a:bodyPr/>
        <a:lstStyle/>
        <a:p>
          <a:endParaRPr lang="nl-NL"/>
        </a:p>
      </dgm:t>
    </dgm:pt>
    <dgm:pt modelId="{77B0D634-0DDE-479B-84CE-A00D78F79DFE}" type="sibTrans" cxnId="{522B093F-F8B1-4359-82DE-BE483FE0A483}">
      <dgm:prSet/>
      <dgm:spPr/>
      <dgm:t>
        <a:bodyPr/>
        <a:lstStyle/>
        <a:p>
          <a:endParaRPr lang="nl-NL"/>
        </a:p>
      </dgm:t>
    </dgm:pt>
    <dgm:pt modelId="{A9259111-4BAE-41B6-AFAF-FA82B9E9E5D3}">
      <dgm:prSet phldrT="[Text]"/>
      <dgm:spPr>
        <a:solidFill>
          <a:srgbClr val="95B0D6"/>
        </a:solidFill>
      </dgm:spPr>
      <dgm:t>
        <a:bodyPr/>
        <a:lstStyle/>
        <a:p>
          <a:r>
            <a:rPr lang="en-US" dirty="0" err="1" smtClean="0"/>
            <a:t>XHTML+RDFa</a:t>
          </a:r>
          <a:r>
            <a:rPr lang="en-US" dirty="0" smtClean="0"/>
            <a:t> support</a:t>
          </a:r>
          <a:endParaRPr lang="nl-NL" dirty="0"/>
        </a:p>
      </dgm:t>
    </dgm:pt>
    <dgm:pt modelId="{9C146B68-9D7C-490B-B930-E88740E22A2B}" type="parTrans" cxnId="{932D6667-AB97-4CE0-A133-1790545463A7}">
      <dgm:prSet/>
      <dgm:spPr/>
      <dgm:t>
        <a:bodyPr/>
        <a:lstStyle/>
        <a:p>
          <a:endParaRPr lang="nl-NL"/>
        </a:p>
      </dgm:t>
    </dgm:pt>
    <dgm:pt modelId="{260742AB-039A-48F9-AF40-525C523C93D2}" type="sibTrans" cxnId="{932D6667-AB97-4CE0-A133-1790545463A7}">
      <dgm:prSet/>
      <dgm:spPr/>
      <dgm:t>
        <a:bodyPr/>
        <a:lstStyle/>
        <a:p>
          <a:endParaRPr lang="nl-NL"/>
        </a:p>
      </dgm:t>
    </dgm:pt>
    <dgm:pt modelId="{D0ADF427-4A61-4F6F-838D-CF71DCD9F238}">
      <dgm:prSet phldrT="[Text]"/>
      <dgm:spPr>
        <a:solidFill>
          <a:srgbClr val="95B0D6"/>
        </a:solidFill>
      </dgm:spPr>
      <dgm:t>
        <a:bodyPr/>
        <a:lstStyle/>
        <a:p>
          <a:r>
            <a:rPr lang="en-US" dirty="0" smtClean="0"/>
            <a:t>DDI 3.1 XML Output</a:t>
          </a:r>
          <a:endParaRPr lang="nl-NL" dirty="0"/>
        </a:p>
      </dgm:t>
    </dgm:pt>
    <dgm:pt modelId="{125CE712-91F4-40D2-8772-3027EEE50628}" type="parTrans" cxnId="{FEEDCD9D-8647-4FCF-AA81-BD6B883E47A8}">
      <dgm:prSet/>
      <dgm:spPr/>
      <dgm:t>
        <a:bodyPr/>
        <a:lstStyle/>
        <a:p>
          <a:endParaRPr lang="nl-NL"/>
        </a:p>
      </dgm:t>
    </dgm:pt>
    <dgm:pt modelId="{515DECE3-69CA-44F0-8362-DF8374D73AAD}" type="sibTrans" cxnId="{FEEDCD9D-8647-4FCF-AA81-BD6B883E47A8}">
      <dgm:prSet/>
      <dgm:spPr/>
      <dgm:t>
        <a:bodyPr/>
        <a:lstStyle/>
        <a:p>
          <a:endParaRPr lang="nl-NL"/>
        </a:p>
      </dgm:t>
    </dgm:pt>
    <dgm:pt modelId="{1B81E5FF-9243-4E68-9C3F-F9FEEEF9485E}">
      <dgm:prSet/>
      <dgm:spPr/>
      <dgm:t>
        <a:bodyPr/>
        <a:lstStyle/>
        <a:p>
          <a:r>
            <a:rPr lang="en-US" dirty="0" smtClean="0"/>
            <a:t>Podcasts for questionnaires &amp; datasets</a:t>
          </a:r>
        </a:p>
      </dgm:t>
    </dgm:pt>
    <dgm:pt modelId="{B86C23DC-FA16-49F9-84CD-5B62CEE39C5E}" type="parTrans" cxnId="{ECD8065F-F14C-49C4-A199-440EA693218C}">
      <dgm:prSet/>
      <dgm:spPr/>
      <dgm:t>
        <a:bodyPr/>
        <a:lstStyle/>
        <a:p>
          <a:endParaRPr lang="nl-NL"/>
        </a:p>
      </dgm:t>
    </dgm:pt>
    <dgm:pt modelId="{1F037CBD-4799-4904-8662-853A314E42FF}" type="sibTrans" cxnId="{ECD8065F-F14C-49C4-A199-440EA693218C}">
      <dgm:prSet/>
      <dgm:spPr/>
      <dgm:t>
        <a:bodyPr/>
        <a:lstStyle/>
        <a:p>
          <a:endParaRPr lang="nl-NL"/>
        </a:p>
      </dgm:t>
    </dgm:pt>
    <dgm:pt modelId="{73B08071-38AE-4FC7-84B8-E1884040014E}">
      <dgm:prSet/>
      <dgm:spPr/>
      <dgm:t>
        <a:bodyPr/>
        <a:lstStyle/>
        <a:p>
          <a:r>
            <a:rPr lang="en-US" dirty="0" smtClean="0"/>
            <a:t>Subscribe with iTunes</a:t>
          </a:r>
        </a:p>
      </dgm:t>
    </dgm:pt>
    <dgm:pt modelId="{D6D247B0-5C58-4F7B-90D3-42184D51E4BA}" type="parTrans" cxnId="{8011F2EA-870B-488C-8952-D6CCD2C12A47}">
      <dgm:prSet/>
      <dgm:spPr/>
      <dgm:t>
        <a:bodyPr/>
        <a:lstStyle/>
        <a:p>
          <a:endParaRPr lang="nl-NL"/>
        </a:p>
      </dgm:t>
    </dgm:pt>
    <dgm:pt modelId="{318A4535-5658-4B2D-9ABD-19D488069C8A}" type="sibTrans" cxnId="{8011F2EA-870B-488C-8952-D6CCD2C12A47}">
      <dgm:prSet/>
      <dgm:spPr/>
      <dgm:t>
        <a:bodyPr/>
        <a:lstStyle/>
        <a:p>
          <a:endParaRPr lang="nl-NL"/>
        </a:p>
      </dgm:t>
    </dgm:pt>
    <dgm:pt modelId="{7FE87361-EDB3-4080-8F94-B5D420273CE3}">
      <dgm:prSet phldrT="[Text]"/>
      <dgm:spPr>
        <a:solidFill>
          <a:srgbClr val="95B0D6"/>
        </a:solidFill>
      </dgm:spPr>
      <dgm:t>
        <a:bodyPr/>
        <a:lstStyle/>
        <a:p>
          <a:r>
            <a:rPr lang="en-US" dirty="0" smtClean="0"/>
            <a:t>Paper codebook output</a:t>
          </a:r>
          <a:endParaRPr lang="nl-NL" dirty="0"/>
        </a:p>
      </dgm:t>
    </dgm:pt>
    <dgm:pt modelId="{CFF11680-5DB6-42F6-8CC2-B65CF04FA623}" type="parTrans" cxnId="{E85E5159-977E-4148-A21C-A1EFD6C87468}">
      <dgm:prSet/>
      <dgm:spPr/>
      <dgm:t>
        <a:bodyPr/>
        <a:lstStyle/>
        <a:p>
          <a:endParaRPr lang="nl-NL"/>
        </a:p>
      </dgm:t>
    </dgm:pt>
    <dgm:pt modelId="{3586B276-13F8-45AD-B390-AA0A69658D93}" type="sibTrans" cxnId="{E85E5159-977E-4148-A21C-A1EFD6C87468}">
      <dgm:prSet/>
      <dgm:spPr/>
      <dgm:t>
        <a:bodyPr/>
        <a:lstStyle/>
        <a:p>
          <a:endParaRPr lang="nl-NL"/>
        </a:p>
      </dgm:t>
    </dgm:pt>
    <dgm:pt modelId="{525B8CD3-F83D-4DCF-A4C2-431AD00B3D90}">
      <dgm:prSet/>
      <dgm:spPr/>
      <dgm:t>
        <a:bodyPr/>
        <a:lstStyle/>
        <a:p>
          <a:endParaRPr lang="en-US" dirty="0" smtClean="0"/>
        </a:p>
      </dgm:t>
    </dgm:pt>
    <dgm:pt modelId="{BFE660CE-D80C-4873-8F14-DD0B745A4ECF}" type="parTrans" cxnId="{E8681717-BEA7-4460-A546-73017C001D55}">
      <dgm:prSet/>
      <dgm:spPr/>
    </dgm:pt>
    <dgm:pt modelId="{582DC30D-41A3-4C7E-95DB-A2EBB2DAF100}" type="sibTrans" cxnId="{E8681717-BEA7-4460-A546-73017C001D55}">
      <dgm:prSet/>
      <dgm:spPr/>
    </dgm:pt>
    <dgm:pt modelId="{6DA2A44E-7305-4854-B540-74E561D5AAB2}" type="pres">
      <dgm:prSet presAssocID="{BF89F560-C63B-4925-B2BF-928E56CDDF88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nl-NL"/>
        </a:p>
      </dgm:t>
    </dgm:pt>
    <dgm:pt modelId="{303A2166-8B83-475B-88B4-FFEF8F2C0DA8}" type="pres">
      <dgm:prSet presAssocID="{B3F42159-6BA6-4FC5-A3A6-C77E3D9747E1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nl-NL"/>
        </a:p>
      </dgm:t>
    </dgm:pt>
    <dgm:pt modelId="{F6BDBC0B-B29F-40D7-966B-1B35CA9C3354}" type="pres">
      <dgm:prSet presAssocID="{04E87BEB-B345-4649-8AAD-47A81E81EB6D}" presName="spacer" presStyleCnt="0"/>
      <dgm:spPr/>
    </dgm:pt>
    <dgm:pt modelId="{61372987-3684-410C-A5B5-AB1257EF57D5}" type="pres">
      <dgm:prSet presAssocID="{A9259111-4BAE-41B6-AFAF-FA82B9E9E5D3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nl-NL"/>
        </a:p>
      </dgm:t>
    </dgm:pt>
    <dgm:pt modelId="{C124D0B0-0810-4545-982A-F8ECF8D496F5}" type="pres">
      <dgm:prSet presAssocID="{260742AB-039A-48F9-AF40-525C523C93D2}" presName="spacer" presStyleCnt="0"/>
      <dgm:spPr/>
    </dgm:pt>
    <dgm:pt modelId="{DEC248A0-8238-4073-B2C7-5D175CFB7B5C}" type="pres">
      <dgm:prSet presAssocID="{7FE87361-EDB3-4080-8F94-B5D420273CE3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nl-NL"/>
        </a:p>
      </dgm:t>
    </dgm:pt>
    <dgm:pt modelId="{22FAF89C-2F6A-4E5B-A0A0-A74B21D2EED5}" type="pres">
      <dgm:prSet presAssocID="{3586B276-13F8-45AD-B390-AA0A69658D93}" presName="spacer" presStyleCnt="0"/>
      <dgm:spPr/>
    </dgm:pt>
    <dgm:pt modelId="{720FF6A5-581C-404F-AEAA-B6EF7F27DB92}" type="pres">
      <dgm:prSet presAssocID="{D0ADF427-4A61-4F6F-838D-CF71DCD9F238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nl-NL"/>
        </a:p>
      </dgm:t>
    </dgm:pt>
    <dgm:pt modelId="{9A30B0CF-BC74-4C0A-90A9-15AD79603F09}" type="pres">
      <dgm:prSet presAssocID="{515DECE3-69CA-44F0-8362-DF8374D73AAD}" presName="spacer" presStyleCnt="0"/>
      <dgm:spPr/>
    </dgm:pt>
    <dgm:pt modelId="{290AD12E-40B8-4C87-B591-077122BE2D93}" type="pres">
      <dgm:prSet presAssocID="{A6948E4B-FB38-498E-81D0-7FD8C90128FA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nl-NL"/>
        </a:p>
      </dgm:t>
    </dgm:pt>
    <dgm:pt modelId="{4AE5E4A1-2218-46B7-B478-9DB9C4352348}" type="pres">
      <dgm:prSet presAssocID="{A6948E4B-FB38-498E-81D0-7FD8C90128FA}" presName="childText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nl-NL"/>
        </a:p>
      </dgm:t>
    </dgm:pt>
  </dgm:ptLst>
  <dgm:cxnLst>
    <dgm:cxn modelId="{FEEDCD9D-8647-4FCF-AA81-BD6B883E47A8}" srcId="{BF89F560-C63B-4925-B2BF-928E56CDDF88}" destId="{D0ADF427-4A61-4F6F-838D-CF71DCD9F238}" srcOrd="3" destOrd="0" parTransId="{125CE712-91F4-40D2-8772-3027EEE50628}" sibTransId="{515DECE3-69CA-44F0-8362-DF8374D73AAD}"/>
    <dgm:cxn modelId="{9D5F0F8C-FB06-4192-A1B4-9884C0D91EE8}" type="presOf" srcId="{525B8CD3-F83D-4DCF-A4C2-431AD00B3D90}" destId="{4AE5E4A1-2218-46B7-B478-9DB9C4352348}" srcOrd="0" destOrd="2" presId="urn:microsoft.com/office/officeart/2005/8/layout/vList2"/>
    <dgm:cxn modelId="{C6549119-F4DC-491F-A938-53A75DC5E9DB}" type="presOf" srcId="{D0ADF427-4A61-4F6F-838D-CF71DCD9F238}" destId="{720FF6A5-581C-404F-AEAA-B6EF7F27DB92}" srcOrd="0" destOrd="0" presId="urn:microsoft.com/office/officeart/2005/8/layout/vList2"/>
    <dgm:cxn modelId="{8011F2EA-870B-488C-8952-D6CCD2C12A47}" srcId="{A6948E4B-FB38-498E-81D0-7FD8C90128FA}" destId="{73B08071-38AE-4FC7-84B8-E1884040014E}" srcOrd="1" destOrd="0" parTransId="{D6D247B0-5C58-4F7B-90D3-42184D51E4BA}" sibTransId="{318A4535-5658-4B2D-9ABD-19D488069C8A}"/>
    <dgm:cxn modelId="{C2967087-D2B2-48C3-835E-02EF90BE91F6}" type="presOf" srcId="{7FE87361-EDB3-4080-8F94-B5D420273CE3}" destId="{DEC248A0-8238-4073-B2C7-5D175CFB7B5C}" srcOrd="0" destOrd="0" presId="urn:microsoft.com/office/officeart/2005/8/layout/vList2"/>
    <dgm:cxn modelId="{723285DA-DFA1-448E-A6A4-6077294C1E86}" type="presOf" srcId="{BF89F560-C63B-4925-B2BF-928E56CDDF88}" destId="{6DA2A44E-7305-4854-B540-74E561D5AAB2}" srcOrd="0" destOrd="0" presId="urn:microsoft.com/office/officeart/2005/8/layout/vList2"/>
    <dgm:cxn modelId="{E8681717-BEA7-4460-A546-73017C001D55}" srcId="{A6948E4B-FB38-498E-81D0-7FD8C90128FA}" destId="{525B8CD3-F83D-4DCF-A4C2-431AD00B3D90}" srcOrd="2" destOrd="0" parTransId="{BFE660CE-D80C-4873-8F14-DD0B745A4ECF}" sibTransId="{582DC30D-41A3-4C7E-95DB-A2EBB2DAF100}"/>
    <dgm:cxn modelId="{932D6667-AB97-4CE0-A133-1790545463A7}" srcId="{BF89F560-C63B-4925-B2BF-928E56CDDF88}" destId="{A9259111-4BAE-41B6-AFAF-FA82B9E9E5D3}" srcOrd="1" destOrd="0" parTransId="{9C146B68-9D7C-490B-B930-E88740E22A2B}" sibTransId="{260742AB-039A-48F9-AF40-525C523C93D2}"/>
    <dgm:cxn modelId="{888E0F65-5AF3-41EB-980C-90C83FDE95E3}" srcId="{BF89F560-C63B-4925-B2BF-928E56CDDF88}" destId="{B3F42159-6BA6-4FC5-A3A6-C77E3D9747E1}" srcOrd="0" destOrd="0" parTransId="{ADE7822F-9B17-44EB-9245-A45A921D81CD}" sibTransId="{04E87BEB-B345-4649-8AAD-47A81E81EB6D}"/>
    <dgm:cxn modelId="{522B093F-F8B1-4359-82DE-BE483FE0A483}" srcId="{BF89F560-C63B-4925-B2BF-928E56CDDF88}" destId="{A6948E4B-FB38-498E-81D0-7FD8C90128FA}" srcOrd="4" destOrd="0" parTransId="{3C7C259B-2448-4C89-B7F0-00B5468A24EC}" sibTransId="{77B0D634-0DDE-479B-84CE-A00D78F79DFE}"/>
    <dgm:cxn modelId="{EE29ABD0-A5F9-44E9-85A7-3F8587D60E08}" type="presOf" srcId="{A9259111-4BAE-41B6-AFAF-FA82B9E9E5D3}" destId="{61372987-3684-410C-A5B5-AB1257EF57D5}" srcOrd="0" destOrd="0" presId="urn:microsoft.com/office/officeart/2005/8/layout/vList2"/>
    <dgm:cxn modelId="{ECD8065F-F14C-49C4-A199-440EA693218C}" srcId="{A6948E4B-FB38-498E-81D0-7FD8C90128FA}" destId="{1B81E5FF-9243-4E68-9C3F-F9FEEEF9485E}" srcOrd="0" destOrd="0" parTransId="{B86C23DC-FA16-49F9-84CD-5B62CEE39C5E}" sibTransId="{1F037CBD-4799-4904-8662-853A314E42FF}"/>
    <dgm:cxn modelId="{E85E5159-977E-4148-A21C-A1EFD6C87468}" srcId="{BF89F560-C63B-4925-B2BF-928E56CDDF88}" destId="{7FE87361-EDB3-4080-8F94-B5D420273CE3}" srcOrd="2" destOrd="0" parTransId="{CFF11680-5DB6-42F6-8CC2-B65CF04FA623}" sibTransId="{3586B276-13F8-45AD-B390-AA0A69658D93}"/>
    <dgm:cxn modelId="{82669526-F861-4CE6-A40C-D6729303DDFC}" type="presOf" srcId="{73B08071-38AE-4FC7-84B8-E1884040014E}" destId="{4AE5E4A1-2218-46B7-B478-9DB9C4352348}" srcOrd="0" destOrd="1" presId="urn:microsoft.com/office/officeart/2005/8/layout/vList2"/>
    <dgm:cxn modelId="{301DCFC9-919A-4A42-8DC9-3A2F6F122BC7}" type="presOf" srcId="{B3F42159-6BA6-4FC5-A3A6-C77E3D9747E1}" destId="{303A2166-8B83-475B-88B4-FFEF8F2C0DA8}" srcOrd="0" destOrd="0" presId="urn:microsoft.com/office/officeart/2005/8/layout/vList2"/>
    <dgm:cxn modelId="{F75E1581-EC66-4C58-B770-B312E9F0B142}" type="presOf" srcId="{1B81E5FF-9243-4E68-9C3F-F9FEEEF9485E}" destId="{4AE5E4A1-2218-46B7-B478-9DB9C4352348}" srcOrd="0" destOrd="0" presId="urn:microsoft.com/office/officeart/2005/8/layout/vList2"/>
    <dgm:cxn modelId="{75677F56-7B68-44FA-9BBA-4FE03285C931}" type="presOf" srcId="{A6948E4B-FB38-498E-81D0-7FD8C90128FA}" destId="{290AD12E-40B8-4C87-B591-077122BE2D93}" srcOrd="0" destOrd="0" presId="urn:microsoft.com/office/officeart/2005/8/layout/vList2"/>
    <dgm:cxn modelId="{F2EBBF53-0373-441E-9A8B-118FBDB55512}" type="presParOf" srcId="{6DA2A44E-7305-4854-B540-74E561D5AAB2}" destId="{303A2166-8B83-475B-88B4-FFEF8F2C0DA8}" srcOrd="0" destOrd="0" presId="urn:microsoft.com/office/officeart/2005/8/layout/vList2"/>
    <dgm:cxn modelId="{E75D9FEC-EE0C-4D2F-A982-678BFADCD34E}" type="presParOf" srcId="{6DA2A44E-7305-4854-B540-74E561D5AAB2}" destId="{F6BDBC0B-B29F-40D7-966B-1B35CA9C3354}" srcOrd="1" destOrd="0" presId="urn:microsoft.com/office/officeart/2005/8/layout/vList2"/>
    <dgm:cxn modelId="{23D18AA4-76AC-4153-90DD-CA6772D200E0}" type="presParOf" srcId="{6DA2A44E-7305-4854-B540-74E561D5AAB2}" destId="{61372987-3684-410C-A5B5-AB1257EF57D5}" srcOrd="2" destOrd="0" presId="urn:microsoft.com/office/officeart/2005/8/layout/vList2"/>
    <dgm:cxn modelId="{388EA119-0BDA-498E-B79E-76C8338455AD}" type="presParOf" srcId="{6DA2A44E-7305-4854-B540-74E561D5AAB2}" destId="{C124D0B0-0810-4545-982A-F8ECF8D496F5}" srcOrd="3" destOrd="0" presId="urn:microsoft.com/office/officeart/2005/8/layout/vList2"/>
    <dgm:cxn modelId="{CEAFFF3E-D21E-4656-8FC0-5A4BCFA933B6}" type="presParOf" srcId="{6DA2A44E-7305-4854-B540-74E561D5AAB2}" destId="{DEC248A0-8238-4073-B2C7-5D175CFB7B5C}" srcOrd="4" destOrd="0" presId="urn:microsoft.com/office/officeart/2005/8/layout/vList2"/>
    <dgm:cxn modelId="{3D85FF10-3C7C-4533-B3AB-DC22C362A744}" type="presParOf" srcId="{6DA2A44E-7305-4854-B540-74E561D5AAB2}" destId="{22FAF89C-2F6A-4E5B-A0A0-A74B21D2EED5}" srcOrd="5" destOrd="0" presId="urn:microsoft.com/office/officeart/2005/8/layout/vList2"/>
    <dgm:cxn modelId="{3F6C5C94-07C1-4DC1-9C83-58C69837C221}" type="presParOf" srcId="{6DA2A44E-7305-4854-B540-74E561D5AAB2}" destId="{720FF6A5-581C-404F-AEAA-B6EF7F27DB92}" srcOrd="6" destOrd="0" presId="urn:microsoft.com/office/officeart/2005/8/layout/vList2"/>
    <dgm:cxn modelId="{95D249DE-71A5-4E7B-8E87-B9B187544931}" type="presParOf" srcId="{6DA2A44E-7305-4854-B540-74E561D5AAB2}" destId="{9A30B0CF-BC74-4C0A-90A9-15AD79603F09}" srcOrd="7" destOrd="0" presId="urn:microsoft.com/office/officeart/2005/8/layout/vList2"/>
    <dgm:cxn modelId="{9CA13B41-91D6-4E68-8D73-4A49854607EB}" type="presParOf" srcId="{6DA2A44E-7305-4854-B540-74E561D5AAB2}" destId="{290AD12E-40B8-4C87-B591-077122BE2D93}" srcOrd="8" destOrd="0" presId="urn:microsoft.com/office/officeart/2005/8/layout/vList2"/>
    <dgm:cxn modelId="{A537F8E8-E95B-457E-9C8C-81A2C3687E4E}" type="presParOf" srcId="{6DA2A44E-7305-4854-B540-74E561D5AAB2}" destId="{4AE5E4A1-2218-46B7-B478-9DB9C4352348}" srcOrd="9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DB3050C-27CF-4D59-B22C-3ED331666CCA}" type="doc">
      <dgm:prSet loTypeId="urn:microsoft.com/office/officeart/2005/8/layout/list1" loCatId="list" qsTypeId="urn:microsoft.com/office/officeart/2005/8/quickstyle/simple1" qsCatId="simple" csTypeId="urn:microsoft.com/office/officeart/2005/8/colors/accent3_3" csCatId="accent3" phldr="1"/>
      <dgm:spPr/>
      <dgm:t>
        <a:bodyPr/>
        <a:lstStyle/>
        <a:p>
          <a:endParaRPr lang="nl-NL"/>
        </a:p>
      </dgm:t>
    </dgm:pt>
    <dgm:pt modelId="{A5235067-FC34-4CB0-A96B-5F966924E7E0}">
      <dgm:prSet phldrT="[Text]"/>
      <dgm:spPr/>
      <dgm:t>
        <a:bodyPr/>
        <a:lstStyle/>
        <a:p>
          <a:pPr algn="ctr"/>
          <a:r>
            <a:rPr lang="en-US" dirty="0" smtClean="0"/>
            <a:t>Speak</a:t>
          </a:r>
          <a:endParaRPr lang="nl-NL" dirty="0"/>
        </a:p>
      </dgm:t>
    </dgm:pt>
    <dgm:pt modelId="{D43FEAE3-C2BB-402F-B3AE-CED629E07A2A}" type="parTrans" cxnId="{30FDEBD4-D3AF-44B0-B84B-C39F73E7A467}">
      <dgm:prSet/>
      <dgm:spPr/>
      <dgm:t>
        <a:bodyPr/>
        <a:lstStyle/>
        <a:p>
          <a:endParaRPr lang="nl-NL"/>
        </a:p>
      </dgm:t>
    </dgm:pt>
    <dgm:pt modelId="{6900325C-AEC0-43C4-ADC0-E6C60B9ACB4C}" type="sibTrans" cxnId="{30FDEBD4-D3AF-44B0-B84B-C39F73E7A467}">
      <dgm:prSet/>
      <dgm:spPr/>
      <dgm:t>
        <a:bodyPr/>
        <a:lstStyle/>
        <a:p>
          <a:endParaRPr lang="nl-NL"/>
        </a:p>
      </dgm:t>
    </dgm:pt>
    <dgm:pt modelId="{34E46090-24BA-4D05-B6DE-0B24364426C0}">
      <dgm:prSet phldrT="[Text]"/>
      <dgm:spPr/>
      <dgm:t>
        <a:bodyPr/>
        <a:lstStyle/>
        <a:p>
          <a:r>
            <a:rPr lang="en-US" dirty="0" smtClean="0"/>
            <a:t>with Eric Balster or me</a:t>
          </a:r>
          <a:endParaRPr lang="nl-NL" dirty="0"/>
        </a:p>
      </dgm:t>
    </dgm:pt>
    <dgm:pt modelId="{1B382D97-197D-42FC-9E37-AD433023C462}" type="parTrans" cxnId="{75605021-2E82-450E-B84D-6D33DCCF8A46}">
      <dgm:prSet/>
      <dgm:spPr/>
      <dgm:t>
        <a:bodyPr/>
        <a:lstStyle/>
        <a:p>
          <a:endParaRPr lang="nl-NL"/>
        </a:p>
      </dgm:t>
    </dgm:pt>
    <dgm:pt modelId="{1B3703FB-6143-4C0A-A4C9-8A243B8B64B5}" type="sibTrans" cxnId="{75605021-2E82-450E-B84D-6D33DCCF8A46}">
      <dgm:prSet/>
      <dgm:spPr/>
      <dgm:t>
        <a:bodyPr/>
        <a:lstStyle/>
        <a:p>
          <a:endParaRPr lang="nl-NL"/>
        </a:p>
      </dgm:t>
    </dgm:pt>
    <dgm:pt modelId="{730F6B0F-2314-4140-A973-FA9890841173}">
      <dgm:prSet phldrT="[Text]"/>
      <dgm:spPr/>
      <dgm:t>
        <a:bodyPr/>
        <a:lstStyle/>
        <a:p>
          <a:pPr algn="ctr"/>
          <a:r>
            <a:rPr lang="en-US" dirty="0" smtClean="0"/>
            <a:t>See</a:t>
          </a:r>
          <a:endParaRPr lang="nl-NL" dirty="0"/>
        </a:p>
      </dgm:t>
    </dgm:pt>
    <dgm:pt modelId="{8AE607DA-D6DD-4A04-B269-6769EDE57A16}" type="parTrans" cxnId="{CABD2B75-25EF-417D-9670-DB59D35F84B7}">
      <dgm:prSet/>
      <dgm:spPr/>
      <dgm:t>
        <a:bodyPr/>
        <a:lstStyle/>
        <a:p>
          <a:endParaRPr lang="nl-NL"/>
        </a:p>
      </dgm:t>
    </dgm:pt>
    <dgm:pt modelId="{E874A4D1-47C6-4E92-BBDC-FBF64F4CD756}" type="sibTrans" cxnId="{CABD2B75-25EF-417D-9670-DB59D35F84B7}">
      <dgm:prSet/>
      <dgm:spPr/>
      <dgm:t>
        <a:bodyPr/>
        <a:lstStyle/>
        <a:p>
          <a:endParaRPr lang="nl-NL"/>
        </a:p>
      </dgm:t>
    </dgm:pt>
    <dgm:pt modelId="{9E1552BA-E8D1-41A6-BDB3-13565284D66E}">
      <dgm:prSet phldrT="[Text]"/>
      <dgm:spPr/>
      <dgm:t>
        <a:bodyPr/>
        <a:lstStyle/>
        <a:p>
          <a:r>
            <a:rPr lang="en-US" dirty="0" smtClean="0"/>
            <a:t>The live website at www.lissdata.nl</a:t>
          </a:r>
          <a:endParaRPr lang="nl-NL" dirty="0"/>
        </a:p>
      </dgm:t>
    </dgm:pt>
    <dgm:pt modelId="{73F4F033-C0E9-40C2-80BC-8E32817628D4}" type="parTrans" cxnId="{6410EBD3-A8FB-4E13-96AD-EDD6F230F27C}">
      <dgm:prSet/>
      <dgm:spPr/>
      <dgm:t>
        <a:bodyPr/>
        <a:lstStyle/>
        <a:p>
          <a:endParaRPr lang="nl-NL"/>
        </a:p>
      </dgm:t>
    </dgm:pt>
    <dgm:pt modelId="{44607564-0F21-416F-AE9E-E02EA525D618}" type="sibTrans" cxnId="{6410EBD3-A8FB-4E13-96AD-EDD6F230F27C}">
      <dgm:prSet/>
      <dgm:spPr/>
      <dgm:t>
        <a:bodyPr/>
        <a:lstStyle/>
        <a:p>
          <a:endParaRPr lang="nl-NL"/>
        </a:p>
      </dgm:t>
    </dgm:pt>
    <dgm:pt modelId="{6A433B33-3B3C-4370-B79E-70D22E12B0F7}">
      <dgm:prSet phldrT="[Text]"/>
      <dgm:spPr/>
      <dgm:t>
        <a:bodyPr/>
        <a:lstStyle/>
        <a:p>
          <a:pPr algn="ctr"/>
          <a:r>
            <a:rPr lang="en-US" dirty="0" smtClean="0"/>
            <a:t>Read</a:t>
          </a:r>
          <a:endParaRPr lang="nl-NL" dirty="0"/>
        </a:p>
      </dgm:t>
    </dgm:pt>
    <dgm:pt modelId="{36B869C0-E221-4489-8791-22206D08FBDE}" type="parTrans" cxnId="{0B2EFEBD-3985-4979-BC58-D69230433744}">
      <dgm:prSet/>
      <dgm:spPr/>
      <dgm:t>
        <a:bodyPr/>
        <a:lstStyle/>
        <a:p>
          <a:endParaRPr lang="nl-NL"/>
        </a:p>
      </dgm:t>
    </dgm:pt>
    <dgm:pt modelId="{35051FFD-024D-48B6-A489-EE184C917073}" type="sibTrans" cxnId="{0B2EFEBD-3985-4979-BC58-D69230433744}">
      <dgm:prSet/>
      <dgm:spPr/>
      <dgm:t>
        <a:bodyPr/>
        <a:lstStyle/>
        <a:p>
          <a:endParaRPr lang="nl-NL"/>
        </a:p>
      </dgm:t>
    </dgm:pt>
    <dgm:pt modelId="{39429550-C2C6-4873-AC7B-9140C09DC8A2}">
      <dgm:prSet phldrT="[Text]"/>
      <dgm:spPr/>
      <dgm:t>
        <a:bodyPr/>
        <a:lstStyle/>
        <a:p>
          <a:r>
            <a:rPr lang="en-US" dirty="0" smtClean="0"/>
            <a:t>The Questasy Use Case at</a:t>
          </a:r>
          <a:br>
            <a:rPr lang="en-US" dirty="0" smtClean="0"/>
          </a:br>
          <a:r>
            <a:rPr lang="en-US" dirty="0" smtClean="0"/>
            <a:t>www.ddialliance.org</a:t>
          </a:r>
          <a:endParaRPr lang="nl-NL" dirty="0"/>
        </a:p>
      </dgm:t>
    </dgm:pt>
    <dgm:pt modelId="{83A0A96C-C25D-463C-91BA-064FA936BD96}" type="parTrans" cxnId="{715B7BEC-41C5-42FC-973D-D4319849614F}">
      <dgm:prSet/>
      <dgm:spPr/>
      <dgm:t>
        <a:bodyPr/>
        <a:lstStyle/>
        <a:p>
          <a:endParaRPr lang="nl-NL"/>
        </a:p>
      </dgm:t>
    </dgm:pt>
    <dgm:pt modelId="{28F2A67A-582A-45E2-B3C8-2E1E8F065190}" type="sibTrans" cxnId="{715B7BEC-41C5-42FC-973D-D4319849614F}">
      <dgm:prSet/>
      <dgm:spPr/>
      <dgm:t>
        <a:bodyPr/>
        <a:lstStyle/>
        <a:p>
          <a:endParaRPr lang="nl-NL"/>
        </a:p>
      </dgm:t>
    </dgm:pt>
    <dgm:pt modelId="{9D420AA2-471F-4898-A43B-4B009F8C683E}">
      <dgm:prSet phldrT="[Text]"/>
      <dgm:spPr/>
      <dgm:t>
        <a:bodyPr/>
        <a:lstStyle/>
        <a:p>
          <a:r>
            <a:rPr lang="en-US" dirty="0" smtClean="0"/>
            <a:t>The documentation at</a:t>
          </a:r>
          <a:br>
            <a:rPr lang="en-US" dirty="0" smtClean="0"/>
          </a:br>
          <a:r>
            <a:rPr lang="en-US" dirty="0" smtClean="0"/>
            <a:t>www.centerdata.nl/link/questasy</a:t>
          </a:r>
          <a:endParaRPr lang="nl-NL" dirty="0"/>
        </a:p>
      </dgm:t>
    </dgm:pt>
    <dgm:pt modelId="{42FB0D9F-022A-4425-AD61-3149BC2B1F3B}" type="parTrans" cxnId="{2F364FA6-A7BD-4A3C-9286-AA5C643CE014}">
      <dgm:prSet/>
      <dgm:spPr/>
    </dgm:pt>
    <dgm:pt modelId="{4BC65F62-922A-428C-8E77-657DDA0F271F}" type="sibTrans" cxnId="{2F364FA6-A7BD-4A3C-9286-AA5C643CE014}">
      <dgm:prSet/>
      <dgm:spPr/>
    </dgm:pt>
    <dgm:pt modelId="{393DC55E-1BD4-4779-9F15-2EBBF24346AD}" type="pres">
      <dgm:prSet presAssocID="{FDB3050C-27CF-4D59-B22C-3ED331666CCA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nl-NL"/>
        </a:p>
      </dgm:t>
    </dgm:pt>
    <dgm:pt modelId="{7EB4AC09-977D-4D64-A908-9122F1BC4BB8}" type="pres">
      <dgm:prSet presAssocID="{A5235067-FC34-4CB0-A96B-5F966924E7E0}" presName="parentLin" presStyleCnt="0"/>
      <dgm:spPr/>
    </dgm:pt>
    <dgm:pt modelId="{ABC45620-D4C5-4AD1-9F9B-075D1EF55D50}" type="pres">
      <dgm:prSet presAssocID="{A5235067-FC34-4CB0-A96B-5F966924E7E0}" presName="parentLeftMargin" presStyleLbl="node1" presStyleIdx="0" presStyleCnt="3"/>
      <dgm:spPr/>
      <dgm:t>
        <a:bodyPr/>
        <a:lstStyle/>
        <a:p>
          <a:endParaRPr lang="nl-NL"/>
        </a:p>
      </dgm:t>
    </dgm:pt>
    <dgm:pt modelId="{231F491F-5D06-45CB-A8AD-8B07E0E81D95}" type="pres">
      <dgm:prSet presAssocID="{A5235067-FC34-4CB0-A96B-5F966924E7E0}" presName="parentText" presStyleLbl="node1" presStyleIdx="0" presStyleCnt="3" custScaleX="28449">
        <dgm:presLayoutVars>
          <dgm:chMax val="0"/>
          <dgm:bulletEnabled val="1"/>
        </dgm:presLayoutVars>
      </dgm:prSet>
      <dgm:spPr/>
      <dgm:t>
        <a:bodyPr/>
        <a:lstStyle/>
        <a:p>
          <a:endParaRPr lang="nl-NL"/>
        </a:p>
      </dgm:t>
    </dgm:pt>
    <dgm:pt modelId="{B903E1FC-4EE9-4980-B350-4F5388CAC1BB}" type="pres">
      <dgm:prSet presAssocID="{A5235067-FC34-4CB0-A96B-5F966924E7E0}" presName="negativeSpace" presStyleCnt="0"/>
      <dgm:spPr/>
    </dgm:pt>
    <dgm:pt modelId="{F616594E-0BD0-4819-8AD0-C670227B44D9}" type="pres">
      <dgm:prSet presAssocID="{A5235067-FC34-4CB0-A96B-5F966924E7E0}" presName="childText" presStyleLbl="conFgAcc1" presStyleIdx="0" presStyleCnt="3">
        <dgm:presLayoutVars>
          <dgm:bulletEnabled val="1"/>
        </dgm:presLayoutVars>
      </dgm:prSet>
      <dgm:spPr/>
      <dgm:t>
        <a:bodyPr/>
        <a:lstStyle/>
        <a:p>
          <a:endParaRPr lang="nl-NL"/>
        </a:p>
      </dgm:t>
    </dgm:pt>
    <dgm:pt modelId="{6BFF87AD-2ED3-476F-865C-78F80F393D6B}" type="pres">
      <dgm:prSet presAssocID="{6900325C-AEC0-43C4-ADC0-E6C60B9ACB4C}" presName="spaceBetweenRectangles" presStyleCnt="0"/>
      <dgm:spPr/>
    </dgm:pt>
    <dgm:pt modelId="{29DEFC26-5895-4CE5-8BC7-80CE1CDB0BBE}" type="pres">
      <dgm:prSet presAssocID="{730F6B0F-2314-4140-A973-FA9890841173}" presName="parentLin" presStyleCnt="0"/>
      <dgm:spPr/>
    </dgm:pt>
    <dgm:pt modelId="{DC7593B1-8EEC-40CE-BC7C-65CDEE5587D3}" type="pres">
      <dgm:prSet presAssocID="{730F6B0F-2314-4140-A973-FA9890841173}" presName="parentLeftMargin" presStyleLbl="node1" presStyleIdx="0" presStyleCnt="3"/>
      <dgm:spPr/>
      <dgm:t>
        <a:bodyPr/>
        <a:lstStyle/>
        <a:p>
          <a:endParaRPr lang="nl-NL"/>
        </a:p>
      </dgm:t>
    </dgm:pt>
    <dgm:pt modelId="{3B690C4D-38BA-407E-856D-F2EA30DB2E84}" type="pres">
      <dgm:prSet presAssocID="{730F6B0F-2314-4140-A973-FA9890841173}" presName="parentText" presStyleLbl="node1" presStyleIdx="1" presStyleCnt="3" custScaleX="28449">
        <dgm:presLayoutVars>
          <dgm:chMax val="0"/>
          <dgm:bulletEnabled val="1"/>
        </dgm:presLayoutVars>
      </dgm:prSet>
      <dgm:spPr/>
      <dgm:t>
        <a:bodyPr/>
        <a:lstStyle/>
        <a:p>
          <a:endParaRPr lang="nl-NL"/>
        </a:p>
      </dgm:t>
    </dgm:pt>
    <dgm:pt modelId="{77914B4D-45E6-4350-B56D-5126904A1AEA}" type="pres">
      <dgm:prSet presAssocID="{730F6B0F-2314-4140-A973-FA9890841173}" presName="negativeSpace" presStyleCnt="0"/>
      <dgm:spPr/>
    </dgm:pt>
    <dgm:pt modelId="{122155F4-0938-405A-8DE3-03099E47381B}" type="pres">
      <dgm:prSet presAssocID="{730F6B0F-2314-4140-A973-FA9890841173}" presName="childText" presStyleLbl="conFgAcc1" presStyleIdx="1" presStyleCnt="3" custLinFactNeighborX="-642" custLinFactNeighborY="-27528">
        <dgm:presLayoutVars>
          <dgm:bulletEnabled val="1"/>
        </dgm:presLayoutVars>
      </dgm:prSet>
      <dgm:spPr/>
      <dgm:t>
        <a:bodyPr/>
        <a:lstStyle/>
        <a:p>
          <a:endParaRPr lang="nl-NL"/>
        </a:p>
      </dgm:t>
    </dgm:pt>
    <dgm:pt modelId="{8056FA2E-3EDC-4CC5-964D-6ACB00B094A5}" type="pres">
      <dgm:prSet presAssocID="{E874A4D1-47C6-4E92-BBDC-FBF64F4CD756}" presName="spaceBetweenRectangles" presStyleCnt="0"/>
      <dgm:spPr/>
    </dgm:pt>
    <dgm:pt modelId="{DC52CECC-91CD-4B87-AC0A-E5D834FDA4C9}" type="pres">
      <dgm:prSet presAssocID="{6A433B33-3B3C-4370-B79E-70D22E12B0F7}" presName="parentLin" presStyleCnt="0"/>
      <dgm:spPr/>
    </dgm:pt>
    <dgm:pt modelId="{1DF9B418-198D-4A13-9939-26525FAF339F}" type="pres">
      <dgm:prSet presAssocID="{6A433B33-3B3C-4370-B79E-70D22E12B0F7}" presName="parentLeftMargin" presStyleLbl="node1" presStyleIdx="1" presStyleCnt="3"/>
      <dgm:spPr/>
      <dgm:t>
        <a:bodyPr/>
        <a:lstStyle/>
        <a:p>
          <a:endParaRPr lang="nl-NL"/>
        </a:p>
      </dgm:t>
    </dgm:pt>
    <dgm:pt modelId="{57C2B3D0-23B0-4E98-9B5E-A1E0A0C0C5D8}" type="pres">
      <dgm:prSet presAssocID="{6A433B33-3B3C-4370-B79E-70D22E12B0F7}" presName="parentText" presStyleLbl="node1" presStyleIdx="2" presStyleCnt="3" custScaleX="28449">
        <dgm:presLayoutVars>
          <dgm:chMax val="0"/>
          <dgm:bulletEnabled val="1"/>
        </dgm:presLayoutVars>
      </dgm:prSet>
      <dgm:spPr/>
      <dgm:t>
        <a:bodyPr/>
        <a:lstStyle/>
        <a:p>
          <a:endParaRPr lang="nl-NL"/>
        </a:p>
      </dgm:t>
    </dgm:pt>
    <dgm:pt modelId="{BC7CB4C4-A547-4314-80BD-D85371093F4A}" type="pres">
      <dgm:prSet presAssocID="{6A433B33-3B3C-4370-B79E-70D22E12B0F7}" presName="negativeSpace" presStyleCnt="0"/>
      <dgm:spPr/>
    </dgm:pt>
    <dgm:pt modelId="{2C1AB4D3-438F-4BFE-A9E5-C998FB9873B1}" type="pres">
      <dgm:prSet presAssocID="{6A433B33-3B3C-4370-B79E-70D22E12B0F7}" presName="childText" presStyleLbl="conFgAcc1" presStyleIdx="2" presStyleCnt="3">
        <dgm:presLayoutVars>
          <dgm:bulletEnabled val="1"/>
        </dgm:presLayoutVars>
      </dgm:prSet>
      <dgm:spPr/>
      <dgm:t>
        <a:bodyPr/>
        <a:lstStyle/>
        <a:p>
          <a:endParaRPr lang="nl-NL"/>
        </a:p>
      </dgm:t>
    </dgm:pt>
  </dgm:ptLst>
  <dgm:cxnLst>
    <dgm:cxn modelId="{0B2EFEBD-3985-4979-BC58-D69230433744}" srcId="{FDB3050C-27CF-4D59-B22C-3ED331666CCA}" destId="{6A433B33-3B3C-4370-B79E-70D22E12B0F7}" srcOrd="2" destOrd="0" parTransId="{36B869C0-E221-4489-8791-22206D08FBDE}" sibTransId="{35051FFD-024D-48B6-A489-EE184C917073}"/>
    <dgm:cxn modelId="{F9265327-CB2F-476B-83CC-5A1CAE40D55D}" type="presOf" srcId="{6A433B33-3B3C-4370-B79E-70D22E12B0F7}" destId="{57C2B3D0-23B0-4E98-9B5E-A1E0A0C0C5D8}" srcOrd="1" destOrd="0" presId="urn:microsoft.com/office/officeart/2005/8/layout/list1"/>
    <dgm:cxn modelId="{95BB2EBF-2972-42A9-A30D-80873D821631}" type="presOf" srcId="{34E46090-24BA-4D05-B6DE-0B24364426C0}" destId="{F616594E-0BD0-4819-8AD0-C670227B44D9}" srcOrd="0" destOrd="0" presId="urn:microsoft.com/office/officeart/2005/8/layout/list1"/>
    <dgm:cxn modelId="{75605021-2E82-450E-B84D-6D33DCCF8A46}" srcId="{A5235067-FC34-4CB0-A96B-5F966924E7E0}" destId="{34E46090-24BA-4D05-B6DE-0B24364426C0}" srcOrd="0" destOrd="0" parTransId="{1B382D97-197D-42FC-9E37-AD433023C462}" sibTransId="{1B3703FB-6143-4C0A-A4C9-8A243B8B64B5}"/>
    <dgm:cxn modelId="{76CE3852-0B6F-47FE-892A-5CFCE54E4538}" type="presOf" srcId="{A5235067-FC34-4CB0-A96B-5F966924E7E0}" destId="{231F491F-5D06-45CB-A8AD-8B07E0E81D95}" srcOrd="1" destOrd="0" presId="urn:microsoft.com/office/officeart/2005/8/layout/list1"/>
    <dgm:cxn modelId="{CABD2B75-25EF-417D-9670-DB59D35F84B7}" srcId="{FDB3050C-27CF-4D59-B22C-3ED331666CCA}" destId="{730F6B0F-2314-4140-A973-FA9890841173}" srcOrd="1" destOrd="0" parTransId="{8AE607DA-D6DD-4A04-B269-6769EDE57A16}" sibTransId="{E874A4D1-47C6-4E92-BBDC-FBF64F4CD756}"/>
    <dgm:cxn modelId="{298A6DA5-C7DF-42A5-9008-392796499767}" type="presOf" srcId="{9D420AA2-471F-4898-A43B-4B009F8C683E}" destId="{2C1AB4D3-438F-4BFE-A9E5-C998FB9873B1}" srcOrd="0" destOrd="0" presId="urn:microsoft.com/office/officeart/2005/8/layout/list1"/>
    <dgm:cxn modelId="{D6B8099B-B8E1-44CC-8C14-198D9F4712B1}" type="presOf" srcId="{730F6B0F-2314-4140-A973-FA9890841173}" destId="{DC7593B1-8EEC-40CE-BC7C-65CDEE5587D3}" srcOrd="0" destOrd="0" presId="urn:microsoft.com/office/officeart/2005/8/layout/list1"/>
    <dgm:cxn modelId="{30FDEBD4-D3AF-44B0-B84B-C39F73E7A467}" srcId="{FDB3050C-27CF-4D59-B22C-3ED331666CCA}" destId="{A5235067-FC34-4CB0-A96B-5F966924E7E0}" srcOrd="0" destOrd="0" parTransId="{D43FEAE3-C2BB-402F-B3AE-CED629E07A2A}" sibTransId="{6900325C-AEC0-43C4-ADC0-E6C60B9ACB4C}"/>
    <dgm:cxn modelId="{2F364FA6-A7BD-4A3C-9286-AA5C643CE014}" srcId="{6A433B33-3B3C-4370-B79E-70D22E12B0F7}" destId="{9D420AA2-471F-4898-A43B-4B009F8C683E}" srcOrd="0" destOrd="0" parTransId="{42FB0D9F-022A-4425-AD61-3149BC2B1F3B}" sibTransId="{4BC65F62-922A-428C-8E77-657DDA0F271F}"/>
    <dgm:cxn modelId="{0A783430-CD2C-4A79-B053-841A06FE28A4}" type="presOf" srcId="{9E1552BA-E8D1-41A6-BDB3-13565284D66E}" destId="{122155F4-0938-405A-8DE3-03099E47381B}" srcOrd="0" destOrd="0" presId="urn:microsoft.com/office/officeart/2005/8/layout/list1"/>
    <dgm:cxn modelId="{6410EBD3-A8FB-4E13-96AD-EDD6F230F27C}" srcId="{730F6B0F-2314-4140-A973-FA9890841173}" destId="{9E1552BA-E8D1-41A6-BDB3-13565284D66E}" srcOrd="0" destOrd="0" parTransId="{73F4F033-C0E9-40C2-80BC-8E32817628D4}" sibTransId="{44607564-0F21-416F-AE9E-E02EA525D618}"/>
    <dgm:cxn modelId="{861CF4DF-AE49-4F26-A4BD-B14B85AD0168}" type="presOf" srcId="{39429550-C2C6-4873-AC7B-9140C09DC8A2}" destId="{2C1AB4D3-438F-4BFE-A9E5-C998FB9873B1}" srcOrd="0" destOrd="1" presId="urn:microsoft.com/office/officeart/2005/8/layout/list1"/>
    <dgm:cxn modelId="{A5EDB3BF-9F68-4351-AAD5-56276C9DBB92}" type="presOf" srcId="{6A433B33-3B3C-4370-B79E-70D22E12B0F7}" destId="{1DF9B418-198D-4A13-9939-26525FAF339F}" srcOrd="0" destOrd="0" presId="urn:microsoft.com/office/officeart/2005/8/layout/list1"/>
    <dgm:cxn modelId="{61EEFFD6-DFF7-475A-8D64-F2A070CFBE49}" type="presOf" srcId="{A5235067-FC34-4CB0-A96B-5F966924E7E0}" destId="{ABC45620-D4C5-4AD1-9F9B-075D1EF55D50}" srcOrd="0" destOrd="0" presId="urn:microsoft.com/office/officeart/2005/8/layout/list1"/>
    <dgm:cxn modelId="{24E46084-5282-43A1-A311-D2CF31D5E772}" type="presOf" srcId="{730F6B0F-2314-4140-A973-FA9890841173}" destId="{3B690C4D-38BA-407E-856D-F2EA30DB2E84}" srcOrd="1" destOrd="0" presId="urn:microsoft.com/office/officeart/2005/8/layout/list1"/>
    <dgm:cxn modelId="{715B7BEC-41C5-42FC-973D-D4319849614F}" srcId="{6A433B33-3B3C-4370-B79E-70D22E12B0F7}" destId="{39429550-C2C6-4873-AC7B-9140C09DC8A2}" srcOrd="1" destOrd="0" parTransId="{83A0A96C-C25D-463C-91BA-064FA936BD96}" sibTransId="{28F2A67A-582A-45E2-B3C8-2E1E8F065190}"/>
    <dgm:cxn modelId="{DF389AC1-32AD-4A25-A634-32413C81A545}" type="presOf" srcId="{FDB3050C-27CF-4D59-B22C-3ED331666CCA}" destId="{393DC55E-1BD4-4779-9F15-2EBBF24346AD}" srcOrd="0" destOrd="0" presId="urn:microsoft.com/office/officeart/2005/8/layout/list1"/>
    <dgm:cxn modelId="{F9857AED-7E5D-4F63-80A3-6EE8DF6CA6C9}" type="presParOf" srcId="{393DC55E-1BD4-4779-9F15-2EBBF24346AD}" destId="{7EB4AC09-977D-4D64-A908-9122F1BC4BB8}" srcOrd="0" destOrd="0" presId="urn:microsoft.com/office/officeart/2005/8/layout/list1"/>
    <dgm:cxn modelId="{9D9C8DF9-FCC3-4FCD-8023-813E5008ADBC}" type="presParOf" srcId="{7EB4AC09-977D-4D64-A908-9122F1BC4BB8}" destId="{ABC45620-D4C5-4AD1-9F9B-075D1EF55D50}" srcOrd="0" destOrd="0" presId="urn:microsoft.com/office/officeart/2005/8/layout/list1"/>
    <dgm:cxn modelId="{96FF9C4D-BF15-426C-B42C-41995CA71805}" type="presParOf" srcId="{7EB4AC09-977D-4D64-A908-9122F1BC4BB8}" destId="{231F491F-5D06-45CB-A8AD-8B07E0E81D95}" srcOrd="1" destOrd="0" presId="urn:microsoft.com/office/officeart/2005/8/layout/list1"/>
    <dgm:cxn modelId="{9E169AEF-3E4F-4F45-845A-05EA9B1507E2}" type="presParOf" srcId="{393DC55E-1BD4-4779-9F15-2EBBF24346AD}" destId="{B903E1FC-4EE9-4980-B350-4F5388CAC1BB}" srcOrd="1" destOrd="0" presId="urn:microsoft.com/office/officeart/2005/8/layout/list1"/>
    <dgm:cxn modelId="{03DF9817-6E53-42B6-8EFE-D4E12A3FA5AC}" type="presParOf" srcId="{393DC55E-1BD4-4779-9F15-2EBBF24346AD}" destId="{F616594E-0BD0-4819-8AD0-C670227B44D9}" srcOrd="2" destOrd="0" presId="urn:microsoft.com/office/officeart/2005/8/layout/list1"/>
    <dgm:cxn modelId="{3FC56ADD-6566-411A-963E-B068F3C5D373}" type="presParOf" srcId="{393DC55E-1BD4-4779-9F15-2EBBF24346AD}" destId="{6BFF87AD-2ED3-476F-865C-78F80F393D6B}" srcOrd="3" destOrd="0" presId="urn:microsoft.com/office/officeart/2005/8/layout/list1"/>
    <dgm:cxn modelId="{FE89289E-3F44-46A7-B726-235B23271FAA}" type="presParOf" srcId="{393DC55E-1BD4-4779-9F15-2EBBF24346AD}" destId="{29DEFC26-5895-4CE5-8BC7-80CE1CDB0BBE}" srcOrd="4" destOrd="0" presId="urn:microsoft.com/office/officeart/2005/8/layout/list1"/>
    <dgm:cxn modelId="{02290AE0-5586-4EA4-8326-476BAFD27C71}" type="presParOf" srcId="{29DEFC26-5895-4CE5-8BC7-80CE1CDB0BBE}" destId="{DC7593B1-8EEC-40CE-BC7C-65CDEE5587D3}" srcOrd="0" destOrd="0" presId="urn:microsoft.com/office/officeart/2005/8/layout/list1"/>
    <dgm:cxn modelId="{E8999F10-8EC3-4167-B016-CC5F3D7507D8}" type="presParOf" srcId="{29DEFC26-5895-4CE5-8BC7-80CE1CDB0BBE}" destId="{3B690C4D-38BA-407E-856D-F2EA30DB2E84}" srcOrd="1" destOrd="0" presId="urn:microsoft.com/office/officeart/2005/8/layout/list1"/>
    <dgm:cxn modelId="{8F2BD334-7A90-4D24-95E3-87721E50F90F}" type="presParOf" srcId="{393DC55E-1BD4-4779-9F15-2EBBF24346AD}" destId="{77914B4D-45E6-4350-B56D-5126904A1AEA}" srcOrd="5" destOrd="0" presId="urn:microsoft.com/office/officeart/2005/8/layout/list1"/>
    <dgm:cxn modelId="{7AF85DE0-2FED-46CE-913F-72B9F962B6C7}" type="presParOf" srcId="{393DC55E-1BD4-4779-9F15-2EBBF24346AD}" destId="{122155F4-0938-405A-8DE3-03099E47381B}" srcOrd="6" destOrd="0" presId="urn:microsoft.com/office/officeart/2005/8/layout/list1"/>
    <dgm:cxn modelId="{54EC2F4B-DC82-4138-92FA-0EB0D9D436CF}" type="presParOf" srcId="{393DC55E-1BD4-4779-9F15-2EBBF24346AD}" destId="{8056FA2E-3EDC-4CC5-964D-6ACB00B094A5}" srcOrd="7" destOrd="0" presId="urn:microsoft.com/office/officeart/2005/8/layout/list1"/>
    <dgm:cxn modelId="{39E0FEA1-3C13-4E08-9EA2-BF6A4FB4C770}" type="presParOf" srcId="{393DC55E-1BD4-4779-9F15-2EBBF24346AD}" destId="{DC52CECC-91CD-4B87-AC0A-E5D834FDA4C9}" srcOrd="8" destOrd="0" presId="urn:microsoft.com/office/officeart/2005/8/layout/list1"/>
    <dgm:cxn modelId="{71BEC14D-01D1-4D5D-B97E-37CD448F67E3}" type="presParOf" srcId="{DC52CECC-91CD-4B87-AC0A-E5D834FDA4C9}" destId="{1DF9B418-198D-4A13-9939-26525FAF339F}" srcOrd="0" destOrd="0" presId="urn:microsoft.com/office/officeart/2005/8/layout/list1"/>
    <dgm:cxn modelId="{1F5E8186-2F78-4455-ABF2-42601F7022CB}" type="presParOf" srcId="{DC52CECC-91CD-4B87-AC0A-E5D834FDA4C9}" destId="{57C2B3D0-23B0-4E98-9B5E-A1E0A0C0C5D8}" srcOrd="1" destOrd="0" presId="urn:microsoft.com/office/officeart/2005/8/layout/list1"/>
    <dgm:cxn modelId="{D1657FA9-F52F-4348-AB25-CE9FBB80CEED}" type="presParOf" srcId="{393DC55E-1BD4-4779-9F15-2EBBF24346AD}" destId="{BC7CB4C4-A547-4314-80BD-D85371093F4A}" srcOrd="9" destOrd="0" presId="urn:microsoft.com/office/officeart/2005/8/layout/list1"/>
    <dgm:cxn modelId="{17AC34E2-D2CD-498E-A24A-9393F57ACBD1}" type="presParOf" srcId="{393DC55E-1BD4-4779-9F15-2EBBF24346AD}" destId="{2C1AB4D3-438F-4BFE-A9E5-C998FB9873B1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DC1DFD30-CB1D-4D76-99EA-FC3FF43D4173}">
      <dsp:nvSpPr>
        <dsp:cNvPr id="0" name=""/>
        <dsp:cNvSpPr/>
      </dsp:nvSpPr>
      <dsp:spPr>
        <a:xfrm>
          <a:off x="0" y="311043"/>
          <a:ext cx="7416800" cy="3291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5626" tIns="395732" rIns="575626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kern="1200" dirty="0" smtClean="0"/>
            <a:t>User Profiles</a:t>
          </a:r>
          <a:endParaRPr lang="nl-NL" sz="1900" kern="1200" dirty="0"/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kern="1200" dirty="0" smtClean="0"/>
            <a:t>Edit contact info &amp; passwords</a:t>
          </a:r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kern="1200" dirty="0" smtClean="0"/>
            <a:t>Enter publications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kern="1200" dirty="0" smtClean="0"/>
            <a:t>Publications</a:t>
          </a:r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kern="1200" dirty="0" smtClean="0"/>
            <a:t>Related to Study Units</a:t>
          </a:r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kern="1200" dirty="0" smtClean="0"/>
            <a:t>Moderated</a:t>
          </a:r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kern="1200" dirty="0" smtClean="0"/>
            <a:t>RSS feed for notifications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kern="1200" dirty="0" smtClean="0"/>
            <a:t>Database constraints</a:t>
          </a:r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kern="1200" dirty="0" smtClean="0"/>
            <a:t>For valid DDI 3.1 export</a:t>
          </a:r>
        </a:p>
      </dsp:txBody>
      <dsp:txXfrm>
        <a:off x="0" y="311043"/>
        <a:ext cx="7416800" cy="3291750"/>
      </dsp:txXfrm>
    </dsp:sp>
    <dsp:sp modelId="{B3B895C6-A80F-4B6F-B886-12E5A3B713C9}">
      <dsp:nvSpPr>
        <dsp:cNvPr id="0" name=""/>
        <dsp:cNvSpPr/>
      </dsp:nvSpPr>
      <dsp:spPr>
        <a:xfrm>
          <a:off x="370840" y="30603"/>
          <a:ext cx="5191760" cy="56088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236" tIns="0" rIns="196236" bIns="0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3.3 – March 2010</a:t>
          </a:r>
          <a:endParaRPr lang="nl-NL" sz="1900" kern="1200" dirty="0"/>
        </a:p>
      </dsp:txBody>
      <dsp:txXfrm>
        <a:off x="370840" y="30603"/>
        <a:ext cx="5191760" cy="560880"/>
      </dsp:txXfrm>
    </dsp:sp>
    <dsp:sp modelId="{F882D051-E34D-49BE-A18F-D01D87560FEE}">
      <dsp:nvSpPr>
        <dsp:cNvPr id="0" name=""/>
        <dsp:cNvSpPr/>
      </dsp:nvSpPr>
      <dsp:spPr>
        <a:xfrm>
          <a:off x="0" y="3985833"/>
          <a:ext cx="7416800" cy="8079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746322"/>
              <a:satOff val="-56215"/>
              <a:lumOff val="3699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5626" tIns="395732" rIns="575626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kern="1200" dirty="0" smtClean="0"/>
            <a:t>SSL for login &amp; change password pages</a:t>
          </a:r>
        </a:p>
      </dsp:txBody>
      <dsp:txXfrm>
        <a:off x="0" y="3985833"/>
        <a:ext cx="7416800" cy="807975"/>
      </dsp:txXfrm>
    </dsp:sp>
    <dsp:sp modelId="{D64E8C8C-B410-4624-8563-4476C9D04154}">
      <dsp:nvSpPr>
        <dsp:cNvPr id="0" name=""/>
        <dsp:cNvSpPr/>
      </dsp:nvSpPr>
      <dsp:spPr>
        <a:xfrm>
          <a:off x="370840" y="3705393"/>
          <a:ext cx="5191760" cy="560880"/>
        </a:xfrm>
        <a:prstGeom prst="roundRect">
          <a:avLst/>
        </a:prstGeom>
        <a:solidFill>
          <a:schemeClr val="accent3">
            <a:shade val="80000"/>
            <a:hueOff val="746322"/>
            <a:satOff val="-56215"/>
            <a:lumOff val="3699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236" tIns="0" rIns="196236" bIns="0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3.3.1 - August 2010</a:t>
          </a:r>
        </a:p>
      </dsp:txBody>
      <dsp:txXfrm>
        <a:off x="370840" y="3705393"/>
        <a:ext cx="5191760" cy="560880"/>
      </dsp:txXfrm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303A2166-8B83-475B-88B4-FFEF8F2C0DA8}">
      <dsp:nvSpPr>
        <dsp:cNvPr id="0" name=""/>
        <dsp:cNvSpPr/>
      </dsp:nvSpPr>
      <dsp:spPr>
        <a:xfrm>
          <a:off x="0" y="69677"/>
          <a:ext cx="7416800" cy="671580"/>
        </a:xfrm>
        <a:prstGeom prst="roundRect">
          <a:avLst/>
        </a:prstGeom>
        <a:solidFill>
          <a:srgbClr val="007AC0"/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Multiple panel support</a:t>
          </a:r>
          <a:endParaRPr lang="nl-NL" sz="2800" kern="1200" dirty="0"/>
        </a:p>
      </dsp:txBody>
      <dsp:txXfrm>
        <a:off x="0" y="69677"/>
        <a:ext cx="7416800" cy="671580"/>
      </dsp:txXfrm>
    </dsp:sp>
    <dsp:sp modelId="{1E069E9E-02D7-4275-8D48-1B146BA7921D}">
      <dsp:nvSpPr>
        <dsp:cNvPr id="0" name=""/>
        <dsp:cNvSpPr/>
      </dsp:nvSpPr>
      <dsp:spPr>
        <a:xfrm>
          <a:off x="0" y="718766"/>
          <a:ext cx="7416800" cy="11302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5483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200" kern="1200" dirty="0" smtClean="0">
              <a:solidFill>
                <a:schemeClr val="tx1"/>
              </a:solidFill>
            </a:rPr>
            <a:t>Agency-wide application</a:t>
          </a:r>
          <a:endParaRPr lang="nl-NL" sz="2200" kern="1200" dirty="0">
            <a:solidFill>
              <a:schemeClr val="tx1"/>
            </a:solidFill>
          </a:endParaRP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200" kern="1200" dirty="0" smtClean="0">
              <a:solidFill>
                <a:schemeClr val="tx1"/>
              </a:solidFill>
            </a:rPr>
            <a:t>DDI </a:t>
          </a:r>
          <a:r>
            <a:rPr lang="en-US" sz="2200" kern="1200" dirty="0" err="1" smtClean="0">
              <a:solidFill>
                <a:schemeClr val="tx1"/>
              </a:solidFill>
            </a:rPr>
            <a:t>ResourcePackage</a:t>
          </a:r>
          <a:r>
            <a:rPr lang="en-US" sz="2200" kern="1200" dirty="0" smtClean="0">
              <a:solidFill>
                <a:schemeClr val="tx1"/>
              </a:solidFill>
            </a:rPr>
            <a:t> support</a:t>
          </a:r>
          <a:endParaRPr lang="nl-NL" sz="2200" kern="1200" dirty="0">
            <a:solidFill>
              <a:schemeClr val="tx1"/>
            </a:solidFill>
          </a:endParaRP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200" kern="1200" dirty="0" smtClean="0">
              <a:solidFill>
                <a:schemeClr val="tx1"/>
              </a:solidFill>
            </a:rPr>
            <a:t>Question bank</a:t>
          </a:r>
          <a:endParaRPr lang="nl-NL" sz="2200" kern="1200" dirty="0">
            <a:solidFill>
              <a:schemeClr val="tx1"/>
            </a:solidFill>
          </a:endParaRPr>
        </a:p>
      </dsp:txBody>
      <dsp:txXfrm>
        <a:off x="0" y="718766"/>
        <a:ext cx="7416800" cy="1130220"/>
      </dsp:txXfrm>
    </dsp:sp>
    <dsp:sp modelId="{61372987-3684-410C-A5B5-AB1257EF57D5}">
      <dsp:nvSpPr>
        <dsp:cNvPr id="0" name=""/>
        <dsp:cNvSpPr/>
      </dsp:nvSpPr>
      <dsp:spPr>
        <a:xfrm>
          <a:off x="0" y="1848986"/>
          <a:ext cx="7416800" cy="671580"/>
        </a:xfrm>
        <a:prstGeom prst="roundRect">
          <a:avLst/>
        </a:prstGeom>
        <a:solidFill>
          <a:srgbClr val="95B0D6"/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nl-NL" sz="2800" kern="1200" dirty="0"/>
        </a:p>
      </dsp:txBody>
      <dsp:txXfrm>
        <a:off x="0" y="1848986"/>
        <a:ext cx="7416800" cy="671580"/>
      </dsp:txXfrm>
    </dsp:sp>
    <dsp:sp modelId="{DEC248A0-8238-4073-B2C7-5D175CFB7B5C}">
      <dsp:nvSpPr>
        <dsp:cNvPr id="0" name=""/>
        <dsp:cNvSpPr/>
      </dsp:nvSpPr>
      <dsp:spPr>
        <a:xfrm>
          <a:off x="0" y="2601206"/>
          <a:ext cx="7416800" cy="671580"/>
        </a:xfrm>
        <a:prstGeom prst="roundRect">
          <a:avLst/>
        </a:prstGeom>
        <a:solidFill>
          <a:srgbClr val="95B0D6"/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nl-NL" sz="2800" kern="1200" dirty="0"/>
        </a:p>
      </dsp:txBody>
      <dsp:txXfrm>
        <a:off x="0" y="2601206"/>
        <a:ext cx="7416800" cy="671580"/>
      </dsp:txXfrm>
    </dsp:sp>
    <dsp:sp modelId="{720FF6A5-581C-404F-AEAA-B6EF7F27DB92}">
      <dsp:nvSpPr>
        <dsp:cNvPr id="0" name=""/>
        <dsp:cNvSpPr/>
      </dsp:nvSpPr>
      <dsp:spPr>
        <a:xfrm>
          <a:off x="0" y="3353426"/>
          <a:ext cx="7416800" cy="671580"/>
        </a:xfrm>
        <a:prstGeom prst="roundRect">
          <a:avLst/>
        </a:prstGeom>
        <a:solidFill>
          <a:srgbClr val="95B0D6"/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nl-NL" sz="2800" kern="1200" dirty="0"/>
        </a:p>
      </dsp:txBody>
      <dsp:txXfrm>
        <a:off x="0" y="3353426"/>
        <a:ext cx="7416800" cy="671580"/>
      </dsp:txXfrm>
    </dsp:sp>
    <dsp:sp modelId="{157D1A05-8CA1-4035-A20B-F9F990D59A69}">
      <dsp:nvSpPr>
        <dsp:cNvPr id="0" name=""/>
        <dsp:cNvSpPr/>
      </dsp:nvSpPr>
      <dsp:spPr>
        <a:xfrm>
          <a:off x="0" y="4105646"/>
          <a:ext cx="7416800" cy="671580"/>
        </a:xfrm>
        <a:prstGeom prst="roundRect">
          <a:avLst/>
        </a:prstGeom>
        <a:solidFill>
          <a:srgbClr val="95B0D6"/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nl-NL" sz="2800" kern="1200" dirty="0"/>
        </a:p>
      </dsp:txBody>
      <dsp:txXfrm>
        <a:off x="0" y="4105646"/>
        <a:ext cx="7416800" cy="671580"/>
      </dsp:txXfrm>
    </dsp:sp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303A2166-8B83-475B-88B4-FFEF8F2C0DA8}">
      <dsp:nvSpPr>
        <dsp:cNvPr id="0" name=""/>
        <dsp:cNvSpPr/>
      </dsp:nvSpPr>
      <dsp:spPr>
        <a:xfrm>
          <a:off x="0" y="48790"/>
          <a:ext cx="7416800" cy="671580"/>
        </a:xfrm>
        <a:prstGeom prst="roundRect">
          <a:avLst/>
        </a:prstGeom>
        <a:solidFill>
          <a:srgbClr val="95B0D6"/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Multiple panel support</a:t>
          </a:r>
          <a:endParaRPr lang="nl-NL" sz="2800" kern="1200" dirty="0"/>
        </a:p>
      </dsp:txBody>
      <dsp:txXfrm>
        <a:off x="0" y="48790"/>
        <a:ext cx="7416800" cy="671580"/>
      </dsp:txXfrm>
    </dsp:sp>
    <dsp:sp modelId="{61372987-3684-410C-A5B5-AB1257EF57D5}">
      <dsp:nvSpPr>
        <dsp:cNvPr id="0" name=""/>
        <dsp:cNvSpPr/>
      </dsp:nvSpPr>
      <dsp:spPr>
        <a:xfrm>
          <a:off x="0" y="799406"/>
          <a:ext cx="7416800" cy="671580"/>
        </a:xfrm>
        <a:prstGeom prst="roundRect">
          <a:avLst/>
        </a:prstGeom>
        <a:solidFill>
          <a:srgbClr val="007AC0"/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err="1" smtClean="0"/>
            <a:t>XHTML+RDFa</a:t>
          </a:r>
          <a:r>
            <a:rPr lang="en-US" sz="2800" kern="1200" dirty="0" smtClean="0"/>
            <a:t> support</a:t>
          </a:r>
          <a:endParaRPr lang="nl-NL" sz="2800" kern="1200" dirty="0"/>
        </a:p>
      </dsp:txBody>
      <dsp:txXfrm>
        <a:off x="0" y="799406"/>
        <a:ext cx="7416800" cy="671580"/>
      </dsp:txXfrm>
    </dsp:sp>
    <dsp:sp modelId="{3603E892-E132-4366-8D0C-8C88923712A4}">
      <dsp:nvSpPr>
        <dsp:cNvPr id="0" name=""/>
        <dsp:cNvSpPr/>
      </dsp:nvSpPr>
      <dsp:spPr>
        <a:xfrm>
          <a:off x="0" y="1470986"/>
          <a:ext cx="7416800" cy="11302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5483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200" kern="1200" dirty="0" smtClean="0">
              <a:solidFill>
                <a:schemeClr val="tx1"/>
              </a:solidFill>
            </a:rPr>
            <a:t>Dublin Core metadata</a:t>
          </a:r>
          <a:endParaRPr lang="nl-NL" sz="2200" kern="1200" dirty="0">
            <a:solidFill>
              <a:schemeClr val="tx1"/>
            </a:solidFill>
          </a:endParaRP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200" kern="1200" dirty="0" smtClean="0">
              <a:solidFill>
                <a:schemeClr val="tx1"/>
              </a:solidFill>
            </a:rPr>
            <a:t>Study Units &amp; Publications</a:t>
          </a:r>
          <a:endParaRPr lang="nl-NL" sz="2200" kern="1200" dirty="0">
            <a:solidFill>
              <a:schemeClr val="tx1"/>
            </a:solidFill>
          </a:endParaRP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endParaRPr lang="nl-NL" sz="2200" kern="1200" dirty="0">
            <a:solidFill>
              <a:schemeClr val="tx1"/>
            </a:solidFill>
          </a:endParaRPr>
        </a:p>
      </dsp:txBody>
      <dsp:txXfrm>
        <a:off x="0" y="1470986"/>
        <a:ext cx="7416800" cy="1130220"/>
      </dsp:txXfrm>
    </dsp:sp>
    <dsp:sp modelId="{DEC248A0-8238-4073-B2C7-5D175CFB7B5C}">
      <dsp:nvSpPr>
        <dsp:cNvPr id="0" name=""/>
        <dsp:cNvSpPr/>
      </dsp:nvSpPr>
      <dsp:spPr>
        <a:xfrm>
          <a:off x="0" y="2601206"/>
          <a:ext cx="7416800" cy="671580"/>
        </a:xfrm>
        <a:prstGeom prst="roundRect">
          <a:avLst/>
        </a:prstGeom>
        <a:solidFill>
          <a:srgbClr val="95B0D6"/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nl-NL" sz="2800" kern="1200" dirty="0"/>
        </a:p>
      </dsp:txBody>
      <dsp:txXfrm>
        <a:off x="0" y="2601206"/>
        <a:ext cx="7416800" cy="671580"/>
      </dsp:txXfrm>
    </dsp:sp>
    <dsp:sp modelId="{720FF6A5-581C-404F-AEAA-B6EF7F27DB92}">
      <dsp:nvSpPr>
        <dsp:cNvPr id="0" name=""/>
        <dsp:cNvSpPr/>
      </dsp:nvSpPr>
      <dsp:spPr>
        <a:xfrm>
          <a:off x="0" y="3353426"/>
          <a:ext cx="7416800" cy="671580"/>
        </a:xfrm>
        <a:prstGeom prst="roundRect">
          <a:avLst/>
        </a:prstGeom>
        <a:solidFill>
          <a:srgbClr val="95B0D6"/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nl-NL" sz="2800" kern="1200" dirty="0"/>
        </a:p>
      </dsp:txBody>
      <dsp:txXfrm>
        <a:off x="0" y="3353426"/>
        <a:ext cx="7416800" cy="671580"/>
      </dsp:txXfrm>
    </dsp:sp>
    <dsp:sp modelId="{157D1A05-8CA1-4035-A20B-F9F990D59A69}">
      <dsp:nvSpPr>
        <dsp:cNvPr id="0" name=""/>
        <dsp:cNvSpPr/>
      </dsp:nvSpPr>
      <dsp:spPr>
        <a:xfrm>
          <a:off x="0" y="4105646"/>
          <a:ext cx="7416800" cy="671580"/>
        </a:xfrm>
        <a:prstGeom prst="roundRect">
          <a:avLst/>
        </a:prstGeom>
        <a:solidFill>
          <a:srgbClr val="95B0D6"/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nl-NL" sz="2800" kern="1200" dirty="0"/>
        </a:p>
      </dsp:txBody>
      <dsp:txXfrm>
        <a:off x="0" y="4105646"/>
        <a:ext cx="7416800" cy="671580"/>
      </dsp:txXfrm>
    </dsp:sp>
  </dsp:spTree>
</dsp:drawing>
</file>

<file path=ppt/diagrams/drawing4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303A2166-8B83-475B-88B4-FFEF8F2C0DA8}">
      <dsp:nvSpPr>
        <dsp:cNvPr id="0" name=""/>
        <dsp:cNvSpPr/>
      </dsp:nvSpPr>
      <dsp:spPr>
        <a:xfrm>
          <a:off x="0" y="48790"/>
          <a:ext cx="7416800" cy="671580"/>
        </a:xfrm>
        <a:prstGeom prst="roundRect">
          <a:avLst/>
        </a:prstGeom>
        <a:solidFill>
          <a:srgbClr val="95B0D6"/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Multiple panel support</a:t>
          </a:r>
          <a:endParaRPr lang="nl-NL" sz="2800" kern="1200" dirty="0"/>
        </a:p>
      </dsp:txBody>
      <dsp:txXfrm>
        <a:off x="0" y="48790"/>
        <a:ext cx="7416800" cy="671580"/>
      </dsp:txXfrm>
    </dsp:sp>
    <dsp:sp modelId="{61372987-3684-410C-A5B5-AB1257EF57D5}">
      <dsp:nvSpPr>
        <dsp:cNvPr id="0" name=""/>
        <dsp:cNvSpPr/>
      </dsp:nvSpPr>
      <dsp:spPr>
        <a:xfrm>
          <a:off x="0" y="799406"/>
          <a:ext cx="7416800" cy="671580"/>
        </a:xfrm>
        <a:prstGeom prst="roundRect">
          <a:avLst/>
        </a:prstGeom>
        <a:solidFill>
          <a:srgbClr val="95B0D6"/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err="1" smtClean="0"/>
            <a:t>XHTML+RDFa</a:t>
          </a:r>
          <a:r>
            <a:rPr lang="en-US" sz="2800" kern="1200" dirty="0" smtClean="0"/>
            <a:t> support</a:t>
          </a:r>
          <a:endParaRPr lang="nl-NL" sz="2800" kern="1200" dirty="0"/>
        </a:p>
      </dsp:txBody>
      <dsp:txXfrm>
        <a:off x="0" y="799406"/>
        <a:ext cx="7416800" cy="671580"/>
      </dsp:txXfrm>
    </dsp:sp>
    <dsp:sp modelId="{DEC248A0-8238-4073-B2C7-5D175CFB7B5C}">
      <dsp:nvSpPr>
        <dsp:cNvPr id="0" name=""/>
        <dsp:cNvSpPr/>
      </dsp:nvSpPr>
      <dsp:spPr>
        <a:xfrm>
          <a:off x="0" y="1551626"/>
          <a:ext cx="7416800" cy="671580"/>
        </a:xfrm>
        <a:prstGeom prst="roundRect">
          <a:avLst/>
        </a:prstGeom>
        <a:solidFill>
          <a:srgbClr val="007AC0"/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Paper codebook output</a:t>
          </a:r>
          <a:endParaRPr lang="nl-NL" sz="2800" kern="1200" dirty="0"/>
        </a:p>
      </dsp:txBody>
      <dsp:txXfrm>
        <a:off x="0" y="1551626"/>
        <a:ext cx="7416800" cy="671580"/>
      </dsp:txXfrm>
    </dsp:sp>
    <dsp:sp modelId="{B864CD03-1751-47C7-80F4-C7ED6E4E159D}">
      <dsp:nvSpPr>
        <dsp:cNvPr id="0" name=""/>
        <dsp:cNvSpPr/>
      </dsp:nvSpPr>
      <dsp:spPr>
        <a:xfrm>
          <a:off x="0" y="2223206"/>
          <a:ext cx="7416800" cy="11302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5483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200" kern="1200" dirty="0" err="1" smtClean="0">
              <a:solidFill>
                <a:schemeClr val="tx1"/>
              </a:solidFill>
            </a:rPr>
            <a:t>Docbook</a:t>
          </a:r>
          <a:r>
            <a:rPr lang="en-US" sz="2200" kern="1200" dirty="0" smtClean="0">
              <a:solidFill>
                <a:schemeClr val="tx1"/>
              </a:solidFill>
            </a:rPr>
            <a:t> XML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200" kern="1200" dirty="0" smtClean="0">
              <a:solidFill>
                <a:schemeClr val="tx1"/>
              </a:solidFill>
            </a:rPr>
            <a:t>HTML/Word &amp; PDF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endParaRPr lang="en-US" sz="2200" kern="1200" dirty="0" smtClean="0">
            <a:solidFill>
              <a:schemeClr val="tx1"/>
            </a:solidFill>
          </a:endParaRPr>
        </a:p>
      </dsp:txBody>
      <dsp:txXfrm>
        <a:off x="0" y="2223206"/>
        <a:ext cx="7416800" cy="1130220"/>
      </dsp:txXfrm>
    </dsp:sp>
    <dsp:sp modelId="{720FF6A5-581C-404F-AEAA-B6EF7F27DB92}">
      <dsp:nvSpPr>
        <dsp:cNvPr id="0" name=""/>
        <dsp:cNvSpPr/>
      </dsp:nvSpPr>
      <dsp:spPr>
        <a:xfrm>
          <a:off x="0" y="3353426"/>
          <a:ext cx="7416800" cy="671580"/>
        </a:xfrm>
        <a:prstGeom prst="roundRect">
          <a:avLst/>
        </a:prstGeom>
        <a:solidFill>
          <a:srgbClr val="95B0D6"/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nl-NL" sz="2800" kern="1200" dirty="0"/>
        </a:p>
      </dsp:txBody>
      <dsp:txXfrm>
        <a:off x="0" y="3353426"/>
        <a:ext cx="7416800" cy="671580"/>
      </dsp:txXfrm>
    </dsp:sp>
    <dsp:sp modelId="{157D1A05-8CA1-4035-A20B-F9F990D59A69}">
      <dsp:nvSpPr>
        <dsp:cNvPr id="0" name=""/>
        <dsp:cNvSpPr/>
      </dsp:nvSpPr>
      <dsp:spPr>
        <a:xfrm>
          <a:off x="0" y="4105646"/>
          <a:ext cx="7416800" cy="671580"/>
        </a:xfrm>
        <a:prstGeom prst="roundRect">
          <a:avLst/>
        </a:prstGeom>
        <a:solidFill>
          <a:srgbClr val="95B0D6"/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nl-NL" sz="2800" kern="1200" dirty="0"/>
        </a:p>
      </dsp:txBody>
      <dsp:txXfrm>
        <a:off x="0" y="4105646"/>
        <a:ext cx="7416800" cy="671580"/>
      </dsp:txXfrm>
    </dsp:sp>
  </dsp:spTree>
</dsp:drawing>
</file>

<file path=ppt/diagrams/drawing5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303A2166-8B83-475B-88B4-FFEF8F2C0DA8}">
      <dsp:nvSpPr>
        <dsp:cNvPr id="0" name=""/>
        <dsp:cNvSpPr/>
      </dsp:nvSpPr>
      <dsp:spPr>
        <a:xfrm>
          <a:off x="0" y="48790"/>
          <a:ext cx="7416800" cy="671580"/>
        </a:xfrm>
        <a:prstGeom prst="roundRect">
          <a:avLst/>
        </a:prstGeom>
        <a:solidFill>
          <a:srgbClr val="95B0D6"/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Multiple panel support</a:t>
          </a:r>
          <a:endParaRPr lang="nl-NL" sz="2800" kern="1200" dirty="0"/>
        </a:p>
      </dsp:txBody>
      <dsp:txXfrm>
        <a:off x="0" y="48790"/>
        <a:ext cx="7416800" cy="671580"/>
      </dsp:txXfrm>
    </dsp:sp>
    <dsp:sp modelId="{61372987-3684-410C-A5B5-AB1257EF57D5}">
      <dsp:nvSpPr>
        <dsp:cNvPr id="0" name=""/>
        <dsp:cNvSpPr/>
      </dsp:nvSpPr>
      <dsp:spPr>
        <a:xfrm>
          <a:off x="0" y="799405"/>
          <a:ext cx="7416800" cy="671580"/>
        </a:xfrm>
        <a:prstGeom prst="roundRect">
          <a:avLst/>
        </a:prstGeom>
        <a:solidFill>
          <a:srgbClr val="95B0D6"/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err="1" smtClean="0"/>
            <a:t>XHTML+RDFa</a:t>
          </a:r>
          <a:r>
            <a:rPr lang="en-US" sz="2800" kern="1200" dirty="0" smtClean="0"/>
            <a:t> support</a:t>
          </a:r>
          <a:endParaRPr lang="nl-NL" sz="2800" kern="1200" dirty="0"/>
        </a:p>
      </dsp:txBody>
      <dsp:txXfrm>
        <a:off x="0" y="799405"/>
        <a:ext cx="7416800" cy="671580"/>
      </dsp:txXfrm>
    </dsp:sp>
    <dsp:sp modelId="{DEC248A0-8238-4073-B2C7-5D175CFB7B5C}">
      <dsp:nvSpPr>
        <dsp:cNvPr id="0" name=""/>
        <dsp:cNvSpPr/>
      </dsp:nvSpPr>
      <dsp:spPr>
        <a:xfrm>
          <a:off x="0" y="1551625"/>
          <a:ext cx="7416800" cy="671580"/>
        </a:xfrm>
        <a:prstGeom prst="roundRect">
          <a:avLst/>
        </a:prstGeom>
        <a:solidFill>
          <a:srgbClr val="95B0D6"/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Paper codebook output</a:t>
          </a:r>
          <a:endParaRPr lang="nl-NL" sz="2800" kern="1200" dirty="0"/>
        </a:p>
      </dsp:txBody>
      <dsp:txXfrm>
        <a:off x="0" y="1551625"/>
        <a:ext cx="7416800" cy="671580"/>
      </dsp:txXfrm>
    </dsp:sp>
    <dsp:sp modelId="{720FF6A5-581C-404F-AEAA-B6EF7F27DB92}">
      <dsp:nvSpPr>
        <dsp:cNvPr id="0" name=""/>
        <dsp:cNvSpPr/>
      </dsp:nvSpPr>
      <dsp:spPr>
        <a:xfrm>
          <a:off x="0" y="2303846"/>
          <a:ext cx="7416800" cy="67158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DDI 3.1 XML Output</a:t>
          </a:r>
          <a:endParaRPr lang="nl-NL" sz="2800" kern="1200" dirty="0"/>
        </a:p>
      </dsp:txBody>
      <dsp:txXfrm>
        <a:off x="0" y="2303846"/>
        <a:ext cx="7416800" cy="671580"/>
      </dsp:txXfrm>
    </dsp:sp>
    <dsp:sp modelId="{631A1706-36F8-40A4-A89C-D5B70CC08318}">
      <dsp:nvSpPr>
        <dsp:cNvPr id="0" name=""/>
        <dsp:cNvSpPr/>
      </dsp:nvSpPr>
      <dsp:spPr>
        <a:xfrm>
          <a:off x="0" y="2975425"/>
          <a:ext cx="7416800" cy="11302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5483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200" kern="1200" dirty="0" smtClean="0"/>
            <a:t>Output Study, Panel, or Project</a:t>
          </a:r>
          <a:endParaRPr lang="nl-NL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endParaRPr lang="nl-NL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endParaRPr lang="nl-NL" sz="2200" kern="1200" dirty="0"/>
        </a:p>
      </dsp:txBody>
      <dsp:txXfrm>
        <a:off x="0" y="2975425"/>
        <a:ext cx="7416800" cy="1130220"/>
      </dsp:txXfrm>
    </dsp:sp>
    <dsp:sp modelId="{157D1A05-8CA1-4035-A20B-F9F990D59A69}">
      <dsp:nvSpPr>
        <dsp:cNvPr id="0" name=""/>
        <dsp:cNvSpPr/>
      </dsp:nvSpPr>
      <dsp:spPr>
        <a:xfrm>
          <a:off x="0" y="4105646"/>
          <a:ext cx="7416800" cy="671580"/>
        </a:xfrm>
        <a:prstGeom prst="roundRect">
          <a:avLst/>
        </a:prstGeom>
        <a:solidFill>
          <a:srgbClr val="95B0D6"/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nl-NL" sz="2800" kern="1200" dirty="0"/>
        </a:p>
      </dsp:txBody>
      <dsp:txXfrm>
        <a:off x="0" y="4105646"/>
        <a:ext cx="7416800" cy="671580"/>
      </dsp:txXfrm>
    </dsp:sp>
  </dsp:spTree>
</dsp:drawing>
</file>

<file path=ppt/diagrams/drawing6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303A2166-8B83-475B-88B4-FFEF8F2C0DA8}">
      <dsp:nvSpPr>
        <dsp:cNvPr id="0" name=""/>
        <dsp:cNvSpPr/>
      </dsp:nvSpPr>
      <dsp:spPr>
        <a:xfrm>
          <a:off x="0" y="6865"/>
          <a:ext cx="7416800" cy="671580"/>
        </a:xfrm>
        <a:prstGeom prst="roundRect">
          <a:avLst/>
        </a:prstGeom>
        <a:solidFill>
          <a:srgbClr val="95B0D6"/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Multiple panel support</a:t>
          </a:r>
          <a:endParaRPr lang="nl-NL" sz="2800" kern="1200" dirty="0"/>
        </a:p>
      </dsp:txBody>
      <dsp:txXfrm>
        <a:off x="0" y="6865"/>
        <a:ext cx="7416800" cy="671580"/>
      </dsp:txXfrm>
    </dsp:sp>
    <dsp:sp modelId="{61372987-3684-410C-A5B5-AB1257EF57D5}">
      <dsp:nvSpPr>
        <dsp:cNvPr id="0" name=""/>
        <dsp:cNvSpPr/>
      </dsp:nvSpPr>
      <dsp:spPr>
        <a:xfrm>
          <a:off x="0" y="759086"/>
          <a:ext cx="7416800" cy="671580"/>
        </a:xfrm>
        <a:prstGeom prst="roundRect">
          <a:avLst/>
        </a:prstGeom>
        <a:solidFill>
          <a:srgbClr val="95B0D6"/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err="1" smtClean="0"/>
            <a:t>XHTML+RDFa</a:t>
          </a:r>
          <a:r>
            <a:rPr lang="en-US" sz="2800" kern="1200" dirty="0" smtClean="0"/>
            <a:t> support</a:t>
          </a:r>
          <a:endParaRPr lang="nl-NL" sz="2800" kern="1200" dirty="0"/>
        </a:p>
      </dsp:txBody>
      <dsp:txXfrm>
        <a:off x="0" y="759086"/>
        <a:ext cx="7416800" cy="671580"/>
      </dsp:txXfrm>
    </dsp:sp>
    <dsp:sp modelId="{DEC248A0-8238-4073-B2C7-5D175CFB7B5C}">
      <dsp:nvSpPr>
        <dsp:cNvPr id="0" name=""/>
        <dsp:cNvSpPr/>
      </dsp:nvSpPr>
      <dsp:spPr>
        <a:xfrm>
          <a:off x="0" y="1511306"/>
          <a:ext cx="7416800" cy="671580"/>
        </a:xfrm>
        <a:prstGeom prst="roundRect">
          <a:avLst/>
        </a:prstGeom>
        <a:solidFill>
          <a:srgbClr val="95B0D6"/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Paper codebook output</a:t>
          </a:r>
          <a:endParaRPr lang="nl-NL" sz="2800" kern="1200" dirty="0"/>
        </a:p>
      </dsp:txBody>
      <dsp:txXfrm>
        <a:off x="0" y="1511306"/>
        <a:ext cx="7416800" cy="671580"/>
      </dsp:txXfrm>
    </dsp:sp>
    <dsp:sp modelId="{720FF6A5-581C-404F-AEAA-B6EF7F27DB92}">
      <dsp:nvSpPr>
        <dsp:cNvPr id="0" name=""/>
        <dsp:cNvSpPr/>
      </dsp:nvSpPr>
      <dsp:spPr>
        <a:xfrm>
          <a:off x="0" y="2263526"/>
          <a:ext cx="7416800" cy="671580"/>
        </a:xfrm>
        <a:prstGeom prst="roundRect">
          <a:avLst/>
        </a:prstGeom>
        <a:solidFill>
          <a:srgbClr val="95B0D6"/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DDI 3.1 XML Output</a:t>
          </a:r>
          <a:endParaRPr lang="nl-NL" sz="2800" kern="1200" dirty="0"/>
        </a:p>
      </dsp:txBody>
      <dsp:txXfrm>
        <a:off x="0" y="2263526"/>
        <a:ext cx="7416800" cy="671580"/>
      </dsp:txXfrm>
    </dsp:sp>
    <dsp:sp modelId="{290AD12E-40B8-4C87-B591-077122BE2D93}">
      <dsp:nvSpPr>
        <dsp:cNvPr id="0" name=""/>
        <dsp:cNvSpPr/>
      </dsp:nvSpPr>
      <dsp:spPr>
        <a:xfrm>
          <a:off x="0" y="3015746"/>
          <a:ext cx="7416800" cy="67158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err="1" smtClean="0"/>
            <a:t>ddiPodcast</a:t>
          </a:r>
          <a:r>
            <a:rPr lang="en-US" sz="2800" kern="1200" dirty="0" smtClean="0"/>
            <a:t> support</a:t>
          </a:r>
          <a:endParaRPr lang="nl-NL" sz="2800" kern="1200" dirty="0"/>
        </a:p>
      </dsp:txBody>
      <dsp:txXfrm>
        <a:off x="0" y="3015746"/>
        <a:ext cx="7416800" cy="671580"/>
      </dsp:txXfrm>
    </dsp:sp>
    <dsp:sp modelId="{4AE5E4A1-2218-46B7-B478-9DB9C4352348}">
      <dsp:nvSpPr>
        <dsp:cNvPr id="0" name=""/>
        <dsp:cNvSpPr/>
      </dsp:nvSpPr>
      <dsp:spPr>
        <a:xfrm>
          <a:off x="0" y="3687326"/>
          <a:ext cx="7416800" cy="11302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5483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200" kern="1200" dirty="0" smtClean="0"/>
            <a:t>Podcasts for questionnaires &amp; datasets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200" kern="1200" dirty="0" smtClean="0"/>
            <a:t>Subscribe with iTunes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endParaRPr lang="en-US" sz="2200" kern="1200" dirty="0" smtClean="0"/>
        </a:p>
      </dsp:txBody>
      <dsp:txXfrm>
        <a:off x="0" y="3687326"/>
        <a:ext cx="7416800" cy="1130220"/>
      </dsp:txXfrm>
    </dsp:sp>
  </dsp:spTree>
</dsp:drawing>
</file>

<file path=ppt/diagrams/drawing7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F616594E-0BD0-4819-8AD0-C670227B44D9}">
      <dsp:nvSpPr>
        <dsp:cNvPr id="0" name=""/>
        <dsp:cNvSpPr/>
      </dsp:nvSpPr>
      <dsp:spPr>
        <a:xfrm>
          <a:off x="0" y="341238"/>
          <a:ext cx="7416800" cy="8930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5626" tIns="437388" rIns="575626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dirty="0" smtClean="0"/>
            <a:t>with Eric Balster or me</a:t>
          </a:r>
          <a:endParaRPr lang="nl-NL" sz="2100" kern="1200" dirty="0"/>
        </a:p>
      </dsp:txBody>
      <dsp:txXfrm>
        <a:off x="0" y="341238"/>
        <a:ext cx="7416800" cy="893025"/>
      </dsp:txXfrm>
    </dsp:sp>
    <dsp:sp modelId="{231F491F-5D06-45CB-A8AD-8B07E0E81D95}">
      <dsp:nvSpPr>
        <dsp:cNvPr id="0" name=""/>
        <dsp:cNvSpPr/>
      </dsp:nvSpPr>
      <dsp:spPr>
        <a:xfrm>
          <a:off x="370840" y="31278"/>
          <a:ext cx="1477003" cy="61992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236" tIns="0" rIns="196236" bIns="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Speak</a:t>
          </a:r>
          <a:endParaRPr lang="nl-NL" sz="2100" kern="1200" dirty="0"/>
        </a:p>
      </dsp:txBody>
      <dsp:txXfrm>
        <a:off x="370840" y="31278"/>
        <a:ext cx="1477003" cy="619920"/>
      </dsp:txXfrm>
    </dsp:sp>
    <dsp:sp modelId="{122155F4-0938-405A-8DE3-03099E47381B}">
      <dsp:nvSpPr>
        <dsp:cNvPr id="0" name=""/>
        <dsp:cNvSpPr/>
      </dsp:nvSpPr>
      <dsp:spPr>
        <a:xfrm>
          <a:off x="0" y="1626406"/>
          <a:ext cx="7416800" cy="8930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373161"/>
              <a:satOff val="-28108"/>
              <a:lumOff val="1849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5626" tIns="437388" rIns="575626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dirty="0" smtClean="0"/>
            <a:t>The live website at www.lissdata.nl</a:t>
          </a:r>
          <a:endParaRPr lang="nl-NL" sz="2100" kern="1200" dirty="0"/>
        </a:p>
      </dsp:txBody>
      <dsp:txXfrm>
        <a:off x="0" y="1626406"/>
        <a:ext cx="7416800" cy="893025"/>
      </dsp:txXfrm>
    </dsp:sp>
    <dsp:sp modelId="{3B690C4D-38BA-407E-856D-F2EA30DB2E84}">
      <dsp:nvSpPr>
        <dsp:cNvPr id="0" name=""/>
        <dsp:cNvSpPr/>
      </dsp:nvSpPr>
      <dsp:spPr>
        <a:xfrm>
          <a:off x="370840" y="1347663"/>
          <a:ext cx="1477003" cy="619920"/>
        </a:xfrm>
        <a:prstGeom prst="roundRect">
          <a:avLst/>
        </a:prstGeom>
        <a:solidFill>
          <a:schemeClr val="accent3">
            <a:shade val="80000"/>
            <a:hueOff val="373161"/>
            <a:satOff val="-28108"/>
            <a:lumOff val="1849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236" tIns="0" rIns="196236" bIns="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See</a:t>
          </a:r>
          <a:endParaRPr lang="nl-NL" sz="2100" kern="1200" dirty="0"/>
        </a:p>
      </dsp:txBody>
      <dsp:txXfrm>
        <a:off x="370840" y="1347663"/>
        <a:ext cx="1477003" cy="619920"/>
      </dsp:txXfrm>
    </dsp:sp>
    <dsp:sp modelId="{2C1AB4D3-438F-4BFE-A9E5-C998FB9873B1}">
      <dsp:nvSpPr>
        <dsp:cNvPr id="0" name=""/>
        <dsp:cNvSpPr/>
      </dsp:nvSpPr>
      <dsp:spPr>
        <a:xfrm>
          <a:off x="0" y="2974008"/>
          <a:ext cx="7416800" cy="18191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746322"/>
              <a:satOff val="-56215"/>
              <a:lumOff val="3699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5626" tIns="437388" rIns="575626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dirty="0" smtClean="0"/>
            <a:t>The documentation at</a:t>
          </a:r>
          <a:br>
            <a:rPr lang="en-US" sz="2100" kern="1200" dirty="0" smtClean="0"/>
          </a:br>
          <a:r>
            <a:rPr lang="en-US" sz="2100" kern="1200" dirty="0" smtClean="0"/>
            <a:t>www.centerdata.nl/link/questasy</a:t>
          </a:r>
          <a:endParaRPr lang="nl-NL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dirty="0" smtClean="0"/>
            <a:t>The Questasy Use Case at</a:t>
          </a:r>
          <a:br>
            <a:rPr lang="en-US" sz="2100" kern="1200" dirty="0" smtClean="0"/>
          </a:br>
          <a:r>
            <a:rPr lang="en-US" sz="2100" kern="1200" dirty="0" smtClean="0"/>
            <a:t>www.ddialliance.org</a:t>
          </a:r>
          <a:endParaRPr lang="nl-NL" sz="2100" kern="1200" dirty="0"/>
        </a:p>
      </dsp:txBody>
      <dsp:txXfrm>
        <a:off x="0" y="2974008"/>
        <a:ext cx="7416800" cy="1819125"/>
      </dsp:txXfrm>
    </dsp:sp>
    <dsp:sp modelId="{57C2B3D0-23B0-4E98-9B5E-A1E0A0C0C5D8}">
      <dsp:nvSpPr>
        <dsp:cNvPr id="0" name=""/>
        <dsp:cNvSpPr/>
      </dsp:nvSpPr>
      <dsp:spPr>
        <a:xfrm>
          <a:off x="370840" y="2664048"/>
          <a:ext cx="1477003" cy="619920"/>
        </a:xfrm>
        <a:prstGeom prst="roundRect">
          <a:avLst/>
        </a:prstGeom>
        <a:solidFill>
          <a:schemeClr val="accent3">
            <a:shade val="80000"/>
            <a:hueOff val="746322"/>
            <a:satOff val="-56215"/>
            <a:lumOff val="3699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236" tIns="0" rIns="196236" bIns="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Read</a:t>
          </a:r>
          <a:endParaRPr lang="nl-NL" sz="2100" kern="1200" dirty="0"/>
        </a:p>
      </dsp:txBody>
      <dsp:txXfrm>
        <a:off x="370840" y="2664048"/>
        <a:ext cx="1477003" cy="6199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3846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1750" y="1"/>
            <a:ext cx="293846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75B98C02-D64A-4D49-8BA4-C3ABA02340D5}" type="datetime1">
              <a:rPr lang="nl-NL"/>
              <a:pPr>
                <a:defRPr/>
              </a:pPr>
              <a:t>6-12-2010</a:t>
            </a:fld>
            <a:endParaRPr lang="nl-NL"/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1814"/>
            <a:ext cx="293846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112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1750" y="9421814"/>
            <a:ext cx="293846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AF4D85DA-0D37-4327-B7B6-4BE2F12C6CA0}" type="slidenum">
              <a:rPr lang="nl-NL"/>
              <a:pPr>
                <a:defRPr/>
              </a:pPr>
              <a:t>‹#›</a:t>
            </a:fld>
            <a:endParaRPr lang="nl-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3846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1750" y="1"/>
            <a:ext cx="293846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0969B8E2-79D0-4708-99EC-DB897A2923B6}" type="datetime1">
              <a:rPr lang="nl-NL"/>
              <a:pPr>
                <a:defRPr/>
              </a:pPr>
              <a:t>6-12-2010</a:t>
            </a:fld>
            <a:endParaRPr lang="nl-NL"/>
          </a:p>
        </p:txBody>
      </p:sp>
      <p:sp>
        <p:nvSpPr>
          <p:cNvPr id="378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1225" y="744538"/>
            <a:ext cx="4959350" cy="37195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7864" y="4711700"/>
            <a:ext cx="5426075" cy="4462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noProof="0" smtClean="0"/>
              <a:t>Klik om de opmaakprofielen van de modeltekst te bewerken</a:t>
            </a:r>
          </a:p>
          <a:p>
            <a:pPr lvl="1"/>
            <a:r>
              <a:rPr lang="nl-NL" noProof="0" smtClean="0"/>
              <a:t>Tweede niveau</a:t>
            </a:r>
          </a:p>
          <a:p>
            <a:pPr lvl="2"/>
            <a:r>
              <a:rPr lang="nl-NL" noProof="0" smtClean="0"/>
              <a:t>Derde niveau</a:t>
            </a:r>
          </a:p>
          <a:p>
            <a:pPr lvl="3"/>
            <a:r>
              <a:rPr lang="nl-NL" noProof="0" smtClean="0"/>
              <a:t>Vierde niveau</a:t>
            </a:r>
          </a:p>
          <a:p>
            <a:pPr lvl="4"/>
            <a:r>
              <a:rPr lang="nl-NL" noProof="0" smtClean="0"/>
              <a:t>Vijfde niveau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1814"/>
            <a:ext cx="293846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1750" y="9421814"/>
            <a:ext cx="293846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D7405831-B461-43DD-9552-440AA2A21607}" type="slidenum">
              <a:rPr lang="nl-NL"/>
              <a:pPr>
                <a:defRPr/>
              </a:pPr>
              <a:t>‹#›</a:t>
            </a:fld>
            <a:endParaRPr lang="nl-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Because some people in the audience are more familiar with </a:t>
            </a:r>
            <a:r>
              <a:rPr lang="en-US" dirty="0" err="1" smtClean="0"/>
              <a:t>Questasy</a:t>
            </a:r>
            <a:r>
              <a:rPr lang="en-US" dirty="0" smtClean="0"/>
              <a:t> than others, I'll start</a:t>
            </a:r>
          </a:p>
          <a:p>
            <a:r>
              <a:rPr lang="en-US" dirty="0" smtClean="0"/>
              <a:t>off by </a:t>
            </a:r>
            <a:r>
              <a:rPr lang="en-US" dirty="0" err="1" smtClean="0"/>
              <a:t>overviewing</a:t>
            </a:r>
            <a:r>
              <a:rPr lang="en-US" dirty="0" smtClean="0"/>
              <a:t> the issues </a:t>
            </a:r>
            <a:r>
              <a:rPr lang="en-US" dirty="0" err="1" smtClean="0"/>
              <a:t>Questasy</a:t>
            </a:r>
            <a:r>
              <a:rPr lang="en-US" dirty="0" smtClean="0"/>
              <a:t> solves, then talk more specifically about how the</a:t>
            </a:r>
          </a:p>
          <a:p>
            <a:r>
              <a:rPr lang="en-US" dirty="0" smtClean="0"/>
              <a:t>product works and show a</a:t>
            </a:r>
            <a:r>
              <a:rPr lang="en-US" baseline="0" dirty="0" smtClean="0"/>
              <a:t> demo.</a:t>
            </a:r>
          </a:p>
          <a:p>
            <a:endParaRPr lang="en-US" baseline="0" dirty="0" smtClean="0"/>
          </a:p>
          <a:p>
            <a:endParaRPr lang="nl-NL" dirty="0" smtClean="0"/>
          </a:p>
          <a:p>
            <a:endParaRPr lang="nl-NL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0969B8E2-79D0-4708-99EC-DB897A2923B6}" type="datetime1">
              <a:rPr lang="nl-NL" smtClean="0"/>
              <a:pPr>
                <a:defRPr/>
              </a:pPr>
              <a:t>6-12-2010</a:t>
            </a:fld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7405831-B461-43DD-9552-440AA2A21607}" type="slidenum">
              <a:rPr lang="nl-NL" smtClean="0"/>
              <a:pPr>
                <a:defRPr/>
              </a:pPr>
              <a:t>1</a:t>
            </a:fld>
            <a:endParaRPr lang="nl-NL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buFont typeface="Arial" pitchFamily="34" charset="0"/>
              <a:buChar char="•"/>
            </a:pPr>
            <a:r>
              <a:rPr lang="en-US" dirty="0" smtClean="0"/>
              <a:t>Non-profit organization founded in 1997</a:t>
            </a:r>
          </a:p>
          <a:p>
            <a:pPr lvl="0">
              <a:buFont typeface="Arial" pitchFamily="34" charset="0"/>
              <a:buChar char="•"/>
            </a:pPr>
            <a:endParaRPr lang="en-US" dirty="0" smtClean="0"/>
          </a:p>
          <a:p>
            <a:pPr lvl="0">
              <a:buFont typeface="Arial" pitchFamily="34" charset="0"/>
              <a:buChar char="•"/>
            </a:pPr>
            <a:r>
              <a:rPr lang="en-US" dirty="0" smtClean="0"/>
              <a:t>Manage panels including the LISS Panel</a:t>
            </a:r>
            <a:r>
              <a:rPr lang="en-US" baseline="0" dirty="0" smtClean="0"/>
              <a:t> of the MESS Project, the </a:t>
            </a:r>
            <a:r>
              <a:rPr lang="en-US" baseline="0" dirty="0" err="1" smtClean="0"/>
              <a:t>CentERpanel</a:t>
            </a:r>
            <a:r>
              <a:rPr lang="en-US" baseline="0" dirty="0" smtClean="0"/>
              <a:t>, the DHS Panel, and more</a:t>
            </a:r>
            <a:endParaRPr lang="en-US" dirty="0" smtClean="0"/>
          </a:p>
          <a:p>
            <a:pPr lvl="0">
              <a:buFont typeface="Arial" pitchFamily="34" charset="0"/>
              <a:buChar char="•"/>
            </a:pPr>
            <a:endParaRPr lang="en-US" dirty="0" smtClean="0"/>
          </a:p>
          <a:p>
            <a:pPr lvl="0">
              <a:buFont typeface="Arial" pitchFamily="34" charset="0"/>
              <a:buChar char="•"/>
            </a:pPr>
            <a:r>
              <a:rPr lang="en-US" dirty="0" smtClean="0"/>
              <a:t>Software</a:t>
            </a:r>
            <a:r>
              <a:rPr lang="en-US" baseline="0" dirty="0" smtClean="0"/>
              <a:t> solutions</a:t>
            </a:r>
          </a:p>
          <a:p>
            <a:pPr lvl="1">
              <a:buFont typeface="Arial" pitchFamily="34" charset="0"/>
              <a:buChar char="•"/>
            </a:pPr>
            <a:r>
              <a:rPr lang="en-US" baseline="0" dirty="0" smtClean="0"/>
              <a:t>Several tools for data collection and dissemination for major research projects including</a:t>
            </a:r>
          </a:p>
          <a:p>
            <a:pPr lvl="2">
              <a:buFont typeface="Arial" pitchFamily="34" charset="0"/>
              <a:buChar char="•"/>
            </a:pPr>
            <a:r>
              <a:rPr lang="en-US" baseline="0" dirty="0" smtClean="0"/>
              <a:t>LISS panel in Netherlands</a:t>
            </a:r>
          </a:p>
          <a:p>
            <a:pPr lvl="2">
              <a:buFont typeface="Arial" pitchFamily="34" charset="0"/>
              <a:buChar char="•"/>
            </a:pPr>
            <a:r>
              <a:rPr lang="en-US" baseline="0" dirty="0" smtClean="0"/>
              <a:t>Understanding Society in UK</a:t>
            </a:r>
          </a:p>
          <a:p>
            <a:pPr lvl="2">
              <a:buFont typeface="Arial" pitchFamily="34" charset="0"/>
              <a:buChar char="•"/>
            </a:pPr>
            <a:r>
              <a:rPr lang="en-US" baseline="0" dirty="0" smtClean="0"/>
              <a:t>European Values Study &amp; SHARE project across Europe</a:t>
            </a:r>
          </a:p>
          <a:p>
            <a:pPr lvl="1">
              <a:buFont typeface="Arial" pitchFamily="34" charset="0"/>
              <a:buChar char="•"/>
            </a:pPr>
            <a:r>
              <a:rPr lang="en-US" baseline="0" dirty="0" smtClean="0"/>
              <a:t>DDI tools include Questasy and </a:t>
            </a:r>
            <a:r>
              <a:rPr lang="en-US" baseline="0" dirty="0" err="1" smtClean="0"/>
              <a:t>DatapluS</a:t>
            </a:r>
            <a:r>
              <a:rPr lang="en-US" baseline="0" dirty="0" smtClean="0"/>
              <a:t> project</a:t>
            </a:r>
          </a:p>
          <a:p>
            <a:pPr lvl="1">
              <a:buFont typeface="Arial" pitchFamily="34" charset="0"/>
              <a:buChar char="•"/>
            </a:pPr>
            <a:endParaRPr lang="en-US" baseline="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0969B8E2-79D0-4708-99EC-DB897A2923B6}" type="datetime1">
              <a:rPr lang="nl-NL" smtClean="0"/>
              <a:pPr>
                <a:defRPr/>
              </a:pPr>
              <a:t>6-12-2010</a:t>
            </a:fld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7405831-B461-43DD-9552-440AA2A21607}" type="slidenum">
              <a:rPr lang="nl-NL" smtClean="0"/>
              <a:pPr>
                <a:defRPr/>
              </a:pPr>
              <a:t>2</a:t>
            </a:fld>
            <a:endParaRPr lang="nl-NL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err="1" smtClean="0"/>
              <a:t>Questasy</a:t>
            </a:r>
            <a:r>
              <a:rPr lang="en-US" baseline="0" dirty="0" smtClean="0"/>
              <a:t> is a web application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Manages the metadata and data files, primarily for longitudinal panels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The admin interface went live in January 2009, and that’s when metadata entry started.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The researcher interface went live 2 months later for researchers to access the data/metadata</a:t>
            </a:r>
            <a:endParaRPr lang="nl-NL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0969B8E2-79D0-4708-99EC-DB897A2923B6}" type="datetime1">
              <a:rPr lang="nl-NL" smtClean="0"/>
              <a:pPr>
                <a:defRPr/>
              </a:pPr>
              <a:t>6-12-2010</a:t>
            </a:fld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7405831-B461-43DD-9552-440AA2A21607}" type="slidenum">
              <a:rPr lang="nl-NL" smtClean="0"/>
              <a:pPr>
                <a:defRPr/>
              </a:pPr>
              <a:t>3</a:t>
            </a:fld>
            <a:endParaRPr lang="nl-NL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0969B8E2-79D0-4708-99EC-DB897A2923B6}" type="datetime1">
              <a:rPr lang="nl-NL" smtClean="0"/>
              <a:pPr>
                <a:defRPr/>
              </a:pPr>
              <a:t>6-12-2010</a:t>
            </a:fld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7405831-B461-43DD-9552-440AA2A21607}" type="slidenum">
              <a:rPr lang="nl-NL" smtClean="0"/>
              <a:pPr>
                <a:defRPr/>
              </a:pPr>
              <a:t>4</a:t>
            </a:fld>
            <a:endParaRPr lang="nl-NL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0969B8E2-79D0-4708-99EC-DB897A2923B6}" type="datetime1">
              <a:rPr lang="nl-NL" smtClean="0"/>
              <a:pPr>
                <a:defRPr/>
              </a:pPr>
              <a:t>6-12-2010</a:t>
            </a:fld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7405831-B461-43DD-9552-440AA2A21607}" type="slidenum">
              <a:rPr lang="nl-NL" smtClean="0"/>
              <a:pPr>
                <a:defRPr/>
              </a:pPr>
              <a:t>6</a:t>
            </a:fld>
            <a:endParaRPr lang="nl-NL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0969B8E2-79D0-4708-99EC-DB897A2923B6}" type="datetime1">
              <a:rPr lang="nl-NL" smtClean="0"/>
              <a:pPr>
                <a:defRPr/>
              </a:pPr>
              <a:t>6-12-2010</a:t>
            </a:fld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7405831-B461-43DD-9552-440AA2A21607}" type="slidenum">
              <a:rPr lang="nl-NL" smtClean="0"/>
              <a:pPr>
                <a:defRPr/>
              </a:pPr>
              <a:t>7</a:t>
            </a:fld>
            <a:endParaRPr lang="nl-NL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0969B8E2-79D0-4708-99EC-DB897A2923B6}" type="datetime1">
              <a:rPr lang="nl-NL" smtClean="0"/>
              <a:pPr>
                <a:defRPr/>
              </a:pPr>
              <a:t>6-12-2010</a:t>
            </a:fld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7405831-B461-43DD-9552-440AA2A21607}" type="slidenum">
              <a:rPr lang="nl-NL" smtClean="0"/>
              <a:pPr>
                <a:defRPr/>
              </a:pPr>
              <a:t>8</a:t>
            </a:fld>
            <a:endParaRPr lang="nl-NL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0969B8E2-79D0-4708-99EC-DB897A2923B6}" type="datetime1">
              <a:rPr lang="nl-NL" smtClean="0"/>
              <a:pPr>
                <a:defRPr/>
              </a:pPr>
              <a:t>6-12-2010</a:t>
            </a:fld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7405831-B461-43DD-9552-440AA2A21607}" type="slidenum">
              <a:rPr lang="nl-NL" smtClean="0"/>
              <a:pPr>
                <a:defRPr/>
              </a:pPr>
              <a:t>9</a:t>
            </a:fld>
            <a:endParaRPr lang="nl-NL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0969B8E2-79D0-4708-99EC-DB897A2923B6}" type="datetime1">
              <a:rPr lang="nl-NL" smtClean="0"/>
              <a:pPr>
                <a:defRPr/>
              </a:pPr>
              <a:t>6-12-2010</a:t>
            </a:fld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7405831-B461-43DD-9552-440AA2A21607}" type="slidenum">
              <a:rPr lang="nl-NL" smtClean="0"/>
              <a:pPr>
                <a:defRPr/>
              </a:pPr>
              <a:t>10</a:t>
            </a:fld>
            <a:endParaRPr lang="nl-NL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A47676E4-4410-4EDB-A824-75E206C058A3}" type="datetime1">
              <a:rPr lang="nl-NL"/>
              <a:pPr/>
              <a:t>6-12-2010</a:t>
            </a:fld>
            <a:endParaRPr lang="nl-NL"/>
          </a:p>
        </p:txBody>
      </p:sp>
      <p:sp>
        <p:nvSpPr>
          <p:cNvPr id="4813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45C147E-E860-497B-B59E-48204BBFD879}" type="slidenum">
              <a:rPr lang="nl-NL"/>
              <a:pPr/>
              <a:t>11</a:t>
            </a:fld>
            <a:endParaRPr lang="nl-NL"/>
          </a:p>
        </p:txBody>
      </p:sp>
      <p:sp>
        <p:nvSpPr>
          <p:cNvPr id="481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 smtClean="0"/>
              <a:t>Web</a:t>
            </a:r>
            <a:r>
              <a:rPr lang="en-US" baseline="0" dirty="0" smtClean="0"/>
              <a:t> interface, search, download statistics, RSS feeds are in production.</a:t>
            </a:r>
          </a:p>
          <a:p>
            <a:pPr eaLnBrk="1" hangingPunct="1"/>
            <a:endParaRPr lang="en-US" baseline="0" dirty="0" smtClean="0"/>
          </a:p>
          <a:p>
            <a:pPr eaLnBrk="1" hangingPunct="1"/>
            <a:r>
              <a:rPr lang="en-US" baseline="0" dirty="0" smtClean="0"/>
              <a:t>DDI &amp; iPod output are currently in development</a:t>
            </a:r>
          </a:p>
          <a:p>
            <a:pPr eaLnBrk="1" hangingPunct="1"/>
            <a:endParaRPr lang="en-US" baseline="0" dirty="0" smtClean="0"/>
          </a:p>
          <a:p>
            <a:pPr eaLnBrk="1" hangingPunct="1"/>
            <a:r>
              <a:rPr lang="en-US" baseline="0" dirty="0" smtClean="0"/>
              <a:t>Word/PDF output is planned for this year</a:t>
            </a:r>
            <a:endParaRPr lang="en-US" dirty="0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0969B8E2-79D0-4708-99EC-DB897A2923B6}" type="datetime1">
              <a:rPr lang="nl-NL" smtClean="0"/>
              <a:pPr>
                <a:defRPr/>
              </a:pPr>
              <a:t>6-12-2010</a:t>
            </a:fld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7405831-B461-43DD-9552-440AA2A21607}" type="slidenum">
              <a:rPr lang="nl-NL" smtClean="0"/>
              <a:pPr>
                <a:defRPr/>
              </a:pPr>
              <a:t>13</a:t>
            </a:fld>
            <a:endParaRPr lang="nl-NL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7.xml"/><Relationship Id="rId1" Type="http://schemas.openxmlformats.org/officeDocument/2006/relationships/themeOverride" Target="../theme/themeOverride1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23850" y="549275"/>
            <a:ext cx="8569325" cy="1295400"/>
          </a:xfrm>
        </p:spPr>
        <p:txBody>
          <a:bodyPr anchor="t"/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Hier komt de titel</a:t>
            </a:r>
          </a:p>
        </p:txBody>
      </p:sp>
      <p:sp>
        <p:nvSpPr>
          <p:cNvPr id="3081" name="Rectangle 9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555875" y="1989138"/>
            <a:ext cx="6337300" cy="1943100"/>
          </a:xfrm>
        </p:spPr>
        <p:txBody>
          <a:bodyPr/>
          <a:lstStyle>
            <a:lvl1pPr marL="0" indent="0" algn="r">
              <a:defRPr/>
            </a:lvl1pPr>
          </a:lstStyle>
          <a:p>
            <a:r>
              <a:rPr lang="en-US"/>
              <a:t>Hier komt de ondertitel</a:t>
            </a:r>
          </a:p>
          <a:p>
            <a:endParaRPr lang="en-US"/>
          </a:p>
          <a:p>
            <a:r>
              <a:rPr lang="en-US"/>
              <a:t>En auteurs/presenters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606F572E-33D8-4763-A001-B570C3B6CEDF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D718E2-10DC-4491-8E21-0E941B95E4E7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D9047C-E75D-451F-8A09-B2720E657F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FB382A-3B7C-4335-87E9-B8FF640575AD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699B5F-277E-4396-B518-E67C4C439E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1484313"/>
            <a:ext cx="3632200" cy="5113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1484313"/>
            <a:ext cx="3632200" cy="5113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E09CB0-FFC5-432C-A383-91CB8CCF12D4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2BEA34-497F-413A-9279-8080718249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5473DA-A85D-4AAC-A35A-CECB5CAED1DE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355F2A-D681-4D7C-AFAD-A60A1D5653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129E78-E4CE-47CC-A01D-CC04D8B0715D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14B5F1-5DFD-4B00-BBAE-1CA8062ECB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F137DA-BC9A-4DD7-8B74-F0A168443393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313569-D7F9-4659-A31F-F09B7519CC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DAABE9-0553-4234-8F3A-95891DBA8FAF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2A9FB1-F9AD-4DDC-9B57-8B0AEA31F0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605A73-F55E-4725-A84D-829C58926901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068FE0-7EF4-493A-B551-CEC1CD2B9B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AE75AD-9610-4562-B8E8-8B6120E7E745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A4A705-456A-433E-A8CC-9377C7F98D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430213"/>
            <a:ext cx="1854200" cy="616743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430213"/>
            <a:ext cx="5410200" cy="616743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821FD0-2AF9-4BC0-A95E-E391866424D2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4B7737-87C3-4773-A0A6-25D5926F44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6375" y="430213"/>
            <a:ext cx="7416800" cy="76676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1476375" y="1484313"/>
            <a:ext cx="7416800" cy="5113337"/>
          </a:xfrm>
        </p:spPr>
        <p:txBody>
          <a:bodyPr/>
          <a:lstStyle/>
          <a:p>
            <a:pPr lvl="0"/>
            <a:endParaRPr lang="nl-NL" noProof="0" smtClean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7B80DC-F49C-47D1-A3D9-41D01F1825A5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F213B-5ED1-4FD7-9528-579A3C3B92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6375" y="430213"/>
            <a:ext cx="7416800" cy="766762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1476375" y="1484313"/>
            <a:ext cx="7416800" cy="5113337"/>
          </a:xfrm>
          <a:prstGeom prst="rect">
            <a:avLst/>
          </a:prstGeom>
        </p:spPr>
        <p:txBody>
          <a:bodyPr/>
          <a:lstStyle/>
          <a:p>
            <a:pPr lvl="0"/>
            <a:endParaRPr lang="nl-NL" noProof="0" smtClean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xfrm>
            <a:off x="107950" y="6381750"/>
            <a:ext cx="1079500" cy="3397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7B80DC-F49C-47D1-A3D9-41D01F1825A5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107950" y="6049963"/>
            <a:ext cx="1079500" cy="331787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F213B-5ED1-4FD7-9528-579A3C3B92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200E27-60D4-4273-BA02-2A9082484143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F9A21B-0820-4C1C-8786-D3AE27D192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FC0CD6-0E9D-4011-80E6-D1576C48F7C5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B8245F-2AF6-4D44-8B37-E9E5EFAE7C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FE81E7-96AB-42A5-90EB-7A3DC74EB318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18F642-E1CF-412D-9AC9-81D1D94C36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662BEF-15E2-4FAB-8F5E-39E5DEFCF537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111F62-029D-415B-8D53-56E86F27A3B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E2499A-ABE3-4E28-97B1-9B305F541FE6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FA6D60-C718-431F-AE3E-1C75DF98E6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F78B2E-3376-46F3-A5AD-3B157562F867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30D62B-3998-448E-906E-5264DE1620B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DF0C1C-44FA-4D68-AB5A-13DEB8FD090D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16C20C-8B21-4B0E-96AC-514EB41B21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DBDD5C-A29C-4C9E-9E8F-B4925C5C91F4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FCAB21-17B4-4D99-8F9A-B479F9A57E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3989E5-CCA0-4242-B51F-3A1FAE20C54C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F387DA-3857-4036-A3F3-59741B9B57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FD9DAD-6408-4BD6-AE09-D96D80F8845D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4E3397-2D11-44C7-AF2B-3702E2DB29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8639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8639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2D0E6C-8C55-4174-B450-157C439ABD8B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4A8B0F-AF9F-4C7E-B8E4-0D74D95D61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6A9F33-13E8-4397-8F6D-1DB5445DACAA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13C69E-029E-4B42-A18F-31D4537CB1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717718-DC92-4205-8D65-BB3835A3333D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A26C7F-729B-4AA4-A7F0-B21BA9CFB1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25BD99-37F6-4A9E-933B-C1C9969B6B75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375A81-34AB-436F-9D36-2CD1676ED3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D6CC66-6355-4930-A54E-E025B4CDC701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D8C9CE-6844-4AEF-B5A8-C1D9C9141ED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01B915-ADC1-4CF9-8B66-1FF4171A493A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F7D9F6-B771-4F19-A1BE-E3732FEDA5D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E97698-53B4-4984-B982-1A82AB371814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15D42E-9B02-4DD0-8EAF-34E566D08B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3796D0-4843-4E26-9C62-90EC9601F3E2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BE68C0-8C3D-4A6A-AF5C-176FE0C5E7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C6EABC-1A73-490F-A1CB-0CD9BF5A5DAA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58FB3C-80BA-408B-AC45-F0034DBD65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DB248E-3E36-4B1C-A6F5-390C37684FC7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6B55B5-E30B-425F-8054-E2BFDEC312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979C11-FC23-4900-82BF-EB3E8E122468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CAD89A-9F54-4EF0-A514-D5AA553B8C4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8639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8639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1F7126-9600-47D9-87A6-2C6E1622DDAB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0A5691-BA45-4083-89E0-9D539146B7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4532D5-8E3A-4D37-BEB3-B2D8725D8D76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0589EE-1C52-4538-8B09-5D1648F0F19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8EA186-9132-451F-BA32-B88C150B18BA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FBA76A-D499-41C7-9013-C3DFB238E19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737E56-020A-436E-9F84-A1A3822835FC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D14A29-D228-4B13-9F94-F3CF5FC774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16041E-76C7-4466-9403-F00CF87D4475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CB2EB2-D06C-4333-8878-DF026222EF4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4236D7-5D98-4872-A919-FD7021B5F4A0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EA276E-1F22-448E-8D8B-2F20BD7D92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95E6F9-D004-49FA-84E9-C8ECDEA1E5CC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2C0EBC-0053-4BF0-82FA-5489852EE9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147F43-84B0-4F8C-8F72-9F3AC5B21EFF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5116FF-090A-4789-8D3A-4FE9E785662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D3EA9C-D75E-4E29-A0A1-DAB7C2884B90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114AC2-5CB6-417A-955B-32F7053612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54FF29-3545-4610-990B-6E00E2F47121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A6019B-22D3-4712-BA44-8F10509A17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E2DC4C-0036-4F1B-86D2-25C3F6421AC4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86EE62-3E92-47BA-B28A-6A91EB17A2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8639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8639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EA629D-CDD6-40E0-81BA-E0367046590E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87E5B8-18B3-4EF0-83D5-B59AAFF863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32EB9B-F496-4AE7-825F-DF5637766800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BA90BB-8A18-41C6-BEAE-86F059DDCF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C299AF-E66F-4296-94E6-7B965E1BBF82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4764A5-B68A-4C2A-8A06-93577704A0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D8E410-86AC-4B1C-B6A1-21FC598F5FD4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C94A94-C4BD-4B60-8007-9ABB5E012F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D5E721-33A4-465E-B8EB-9454C4AF14E2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3FED13-025E-49BC-BF8F-C5BFEDF4D8D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D190B7-4528-48BC-AE2F-81FC2AB94889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11AD6D-F574-43D1-9915-56A59DD63D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FC5F8D-94FA-4D0F-A4A1-FD6992242F2B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455B61-636C-4264-B29A-7C0FBE106B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A74900-E48B-4A99-9AF1-D13293BF3A9E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0556E2-D8D9-48DB-B211-EF2B386639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0EC7CB-5265-46F9-ABE2-D5B815A0572E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62D1A5-6BAA-49DB-914E-06A5FF171D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69668F-A726-42FB-8166-21DD0CDD0354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A4E83C-8B97-4ECF-8CA0-B0F60D2E44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C1CAB4-BAB3-4912-A080-E943DBDE935F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CBFB33-2D6E-4A5B-AFE0-3721D6E6569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8639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8639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9BBF3C-F838-4C26-88E0-C0526BF76690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AED423-DEE9-4865-AE6E-553CA0C1B2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07F283-7530-4215-9A83-FE12C40C3485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9FFBC7-52CE-4B58-B151-67B1909FEFC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25CA6F-FFC0-402E-8AF3-5BD51BB44D2D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9EFEE9-AD84-4058-9D20-255EAEFBA23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5E1F1E-75B8-41C6-999C-28A1ABC62910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267D78-2AFD-4E48-A30B-C49DB394BE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6E0440-BE27-4127-8DD9-A945D9E4640F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0034A7-823B-4508-AF86-EB4DC68AA8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F11E2E-4589-4153-9E88-719F8C8B420D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1E2CC0-D9DE-496C-90ED-CFFC2A04544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C64995-B22F-4362-995D-0E3755156475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D4920B-2EA0-4DB5-9002-CAB21FCAA1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EBBAF2-47CA-45E2-BE64-8C0E047CAE94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423E71-C030-42BF-B978-30465292B2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2A9F0D-06BD-49DC-B6CE-7864D5B97727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EF5E8A-3F72-4284-BCB9-5B7B353476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4AEB6C-1A70-45BD-9338-89016F1E5360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D53733-6719-4CA0-8A8D-C2C179749E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C35C9F-B1E5-46C5-8BCF-0AD8094FE3DF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C2BAC4-FAB4-4EF2-B657-4210C3B20B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8639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8639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49E448-94D8-44A5-91A7-671CE36E1CC8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A5970D-30E6-4B2B-A024-E44AA86A3B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7EAFB2-A754-4CBF-9C4E-29AED8F4EA48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3DB99A-5C4E-4DAF-BB32-9A97D540F2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1DE635-9740-43F3-958D-12BB408887DE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AED5F-7258-4E90-8F86-56D75546B4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08BCAC-7E4A-4F20-BF09-ABA7F302C421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831977-6085-4C96-B67E-D9871B89484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D46DC3-B7BB-4B6D-8262-4FB4F6D536AE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44BBB0-D84C-4F71-8F42-48BCD3A4B9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99E57C-705C-45E6-8AF5-16775A65638A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2DD600-2923-4BDB-85F0-7ADAC6AF5C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FD872F-FCF3-4E9E-A8E3-E99675E7914D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E0AB39-F32A-4947-8A1A-F4890AED50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6193D3-15EE-4A2A-B71F-A5F9453197DD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32AC64-CC9C-4750-8BA3-79716B2B5E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E4CEC6-DF47-4110-A11B-C43BF29A574A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DCBFF7-01B2-4FFF-BE74-CF4DD509B6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7AFE5D-62EB-4BEA-AA7F-DBC3CDC82263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3B7452-E3CB-4EEB-87BA-258F77E66C6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98695D-DF5C-4CD2-9375-27E91F2D0F44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26132F-32C1-427A-ABE2-94BA79B4AC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8639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8639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8ED551-3AF9-433B-AF56-9D15E3E2D5DA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B1F7C9-D162-4BCF-BCE1-C530B0DB47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4CE5B3-A3CF-457B-B55C-F1567CEEF1DB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91CE43-F614-4F3F-85E0-32AAB388EC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12E0A1-99C4-46FD-A52A-D0BC0D86F710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CE68CA-DFA9-44CE-A50D-39077B9AF0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FCA474-9E40-494C-9A9F-8D1F1A0F4D9B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E98ACD-7D09-429C-8B7E-78E6817281B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1484313"/>
            <a:ext cx="3632200" cy="4824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1484313"/>
            <a:ext cx="3632200" cy="4824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A150C1-6757-4162-A138-162F51D6F5BD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FBA718-AA7C-4C73-B53F-6FA9FBEE9E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BCF5D3-A8E6-4525-AF87-80B1EF1564D8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022765-153B-4607-8936-3D170CE20B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7576D2-8EB6-45A9-8D82-A7E33B52BD68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280F70-6C2E-4A60-A69A-3C2F3EE278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42AC8C-01F3-45D5-ACC8-F12AAE84DF81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8C7550-82FF-4852-B56F-5A6E471E8D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BEBE72-CA36-468D-9006-48CA3AF3593B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5661E5-D216-4FDA-B12F-4A25FFD0B1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493E09-A151-45E8-9572-985FE45B1073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FE665A-6F79-4AE8-A569-677A2DB2FA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3A93BF-88B5-408A-9E97-C2911D87A70A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75193-E31D-4522-A5DB-BCE6C48CFBC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430213"/>
            <a:ext cx="1854200" cy="587851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430213"/>
            <a:ext cx="5410200" cy="587851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80962E-CEC0-4105-8798-6127357C924B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6E2145-AAB4-49C4-BBAE-D70F22B62E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FDD645-A9CE-4C9E-B6AB-82F544229AF3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298FD3-8E1A-416D-836C-CF1661526C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F773A7-B944-4DD2-97C7-088A0F778F68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7A68CD-4461-4C8E-9176-3F4F5B04A3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31D4BA-0BFA-40C8-8725-09B677B0A97E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67436D-2F07-4A45-B885-56837798BD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10AA45-4506-44C4-8EDF-89FF500D8072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1BDCF0-30CC-4360-A6CC-FC2DE2E822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5F0EA8-610F-42CC-A024-6EDB615669A2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C0234B-4627-41FB-8553-7285403A2E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DFEC45-76F6-4FA4-A5EF-7A74AC094707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BA24A9-249B-4714-87B2-679008AACF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F59F4F-8BE7-4E44-ADD4-8CF537CFB297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466BBD-9C81-408E-9FA0-AD6FF437FB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ED9684-224B-4974-9ADB-97DFC3B9FD61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404C0D-AE92-4A00-9359-7838CCC2EA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8A8535-9C4C-4815-A877-FA8DD0AA4280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AD34D-E367-4FEF-8A94-81AF3A6ADF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01E79A-3519-4E5D-8159-E80A259A7647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7B015C-6F81-481D-AF00-A65E86C347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5750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5750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06EC97-CC3F-42B6-8761-3761982F580E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422F4B-DAE1-43B9-B663-F340F31EF0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85C4F0-025D-49A1-9710-7444B4D22940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345BF9-6FE6-49F5-A58B-79D8D74770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89DB00-18D8-4271-B5A6-83CBE1D2B397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F93368-4C54-4DFD-B801-1BD8802E1F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5FBEFC-F810-47F2-82D2-2DC9DC5DD21A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0EDCEA-4CA0-4A3A-B704-C37A4207A3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F20A6C-5532-40E5-AED7-94962A6F1D55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9266C0-1BA9-48D1-AD0D-1A01A01B4C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0FF950-BB0D-45D7-A1D9-A292F57F288D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844F64-95B3-4890-9408-68158004CD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382BE2-E80C-46BE-8BAA-2C57EC1CCF20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F3DC6C-7731-43C3-AFFD-16365B7EDA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B4A374-A571-4B7A-AFFB-48C86189CDCE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CA246E-7E5B-44E6-A2E3-4409EBED82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0B687A-4A2F-420C-96E3-0FB7144986D7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CD8FCB-6533-464D-9D33-018E280B61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24299E-3DF3-4DF2-8C18-08FC899CC5C3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C6BB8F-D0AD-4FFE-B6BD-FDB31D48A3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54DB93-339E-4BD9-BB1A-0F72BB989C96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E1D7D3-A587-4A50-9D99-AEFC989263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5750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5750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945514-85ED-4688-85E7-16DD25053A81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C0E5A2-4C5E-440A-8241-D4044F5EBB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85BCA4-5DB5-4A3F-876F-CF619B776CA9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402E1B-7F7B-4772-A372-DBE3D4242B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4457B8-6F7F-4C74-A3E9-EEB207D11B96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BABB73-11F2-4641-A0E2-5FA34B29A4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CD7E63-2052-42AD-98B2-02CC23680FB1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921F2C-24E0-4B89-97C8-7C7D68709F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14C0A5-B531-4F41-BBC0-614CAD105C5D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247729-EE68-4317-8162-83C516BA91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D89647-1BD4-4677-9DF5-723E97F289DE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A16C34-D8ED-4D3D-809A-2973BAE463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BBFF34-37D8-4C50-BAA4-AB5571A2A0CB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21A762-204F-4440-93D7-CCDAFF5FB3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E3531-9A2E-4390-91BD-50407BCB58E6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8B1B00-FA64-42C6-B7D5-F1248DB4B1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A7B57E-23CC-41F8-BDA9-6DC08527A93C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6FECCA-5609-4B76-A575-4AA49DD901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DD4A91-5646-4873-8ACE-B9E0FA01C606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56562F-4E19-4023-821B-6E7E92E7CE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E52714-18E5-4DB4-B342-F34A005CAF04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1C9E7A-4169-4D37-AA79-69C32B1BCA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5750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5750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1EC840-0833-4A18-B0C3-DADA2E86154A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5C1521-5ABC-408A-9045-5FE6FF51A7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2E50D9-01C0-4C65-A638-016AE6106128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CA540F-E67B-478E-923D-53AA47FAA2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6D3F42-7B6D-4A10-B420-180D114965F1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AD1D5D-A5B6-4B98-9A4A-64CCEC4C89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8BB6DC-4EA1-43B2-91CF-C80FEC7F1FEF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71A326-3F12-4304-A483-0E7F9DC56C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18B31D-4E27-468B-AB1B-BD4F38971DA3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5BB697-EB9E-4E4C-9362-A7CFBC6ADA5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9ADC83-9EDD-45CF-8C9F-8D98F596708E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C32301-433C-4133-9750-BCE2C582A9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645065-2989-4C2B-913D-279C91174E0B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2DE60E-59B7-421C-B8AB-67F72A0DCC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5EF58C-D473-49DB-8B8E-5FD69EED8529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BA470A-37E6-4A8D-87C9-2C6A104B01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8B7168-03CD-4F0D-94D9-F3BDADE792DE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5EC63A-B75B-4A66-A9BB-924E823837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B95E56-9156-4A86-B959-744CFA3A0ECB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F1871C-C781-4F77-B0F6-A7D7181545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586D99-C932-4C2E-8598-342F1B87DB6F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BFB8CB-1FE1-436F-85E8-AEE718931D7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5750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5750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ADA542-AC13-4A26-B9A8-B9C7952EFA06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A3500D-9546-4B9D-B4FC-322355433C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DDA221-A6E9-404E-B66C-5BF83779B40B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55B70E-1924-4A36-A34E-FCC9B64915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BB86AF-2F02-4A52-920C-01D4680A6D36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FA594B-D5E8-4B69-9B51-23C450801FF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D3EF08-4FDB-4CD0-9ECA-EB4085CFE3CA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DAA4AF-B54C-42D7-94D7-6F581667BA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E0F111-9333-441E-96C5-EA4CB8DF7164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51BF8E-3D25-4EB6-9734-1316F52708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06882A-EFB1-4074-8834-49DA5EDAF80F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C3216C-FA47-4ADD-BFE6-C1F9E7C1B8A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9CB0B2-DC64-47A7-A07D-EF9C424A2C8F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98F288-E7AB-414C-9026-833A695201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B7CB6E-7A0D-487E-898D-17C4D40B67EA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18AFF7-A50D-4C53-8038-3A9B921A6F3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407F2F-7299-4D25-8B9B-D9D9642F26BE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7ACD9B-05E3-4C4D-93ED-101F53346E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328E82-BD34-4D2D-A3DB-9ACE5CECBFAA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766722-1782-4427-8D39-5BA20469F2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4B6812-0510-46F5-8D75-DE5066230A2F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4A7ECA-5057-4427-B44E-2B1C31D19C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5750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5750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A6292D-0281-48CE-BB71-582CB6ABBB97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AE9E53-0930-4648-B271-EE8340E8AF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EB2CF0-47E0-4FFB-AD5C-20C3DDBAAC50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5CA723-F0B7-4B0A-8119-4474B19A61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87DEAC-CB47-425D-8E7C-AD75E1FDE1AA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333948-24F1-49EC-98A9-23DB3A59863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AD2E95-91BA-432C-8101-673209C7E1C8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8CE79B-FCAA-4E2D-926E-280AD1C71C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C41898-26E8-4BE8-BAFF-EFF574839214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EF6EE7-BD16-4CAD-AF0F-2E4B06E523A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566B94-48AD-42F2-89DD-FEF294519D31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EC374A-6A06-4EB1-B3B0-A04F38EE5F3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39CEA9-ADAB-4180-817F-1A15A1B91834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7F96E0-EBA0-4100-9921-AF4477356F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56DDB7-28C1-4C2D-B35D-F418D0BB173E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C823D2-6F3C-49F8-B788-FD2A9B1918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F57306-B12C-425C-BE70-7A9FF5818958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8E4FB8-E3DC-49EA-AD56-51273F79F8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8A23FE-1D96-483C-A1DB-AD36F0A358F6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0FF46E-6E65-4E1D-930C-BB1F39A454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80FC62-CA49-480D-9B51-1BF8EED7DEAA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DC76B6-5EEF-415E-B610-FBB22ED02D7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5750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5750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9E35DE-7556-46FD-A0BC-370C586E5ADF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5517F2-46EE-43C2-A2A0-59513B5BE2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23850" y="549275"/>
            <a:ext cx="8569325" cy="1295400"/>
          </a:xfrm>
        </p:spPr>
        <p:txBody>
          <a:bodyPr anchor="t"/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DB7973B-92EC-46B4-8505-37C81B950BBF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3081" name="Rectangle 9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555875" y="1989138"/>
            <a:ext cx="6337300" cy="1943100"/>
          </a:xfrm>
        </p:spPr>
        <p:txBody>
          <a:bodyPr/>
          <a:lstStyle>
            <a:lvl1pPr marL="0" indent="0" algn="r">
              <a:defRPr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5825161-3545-44DE-A112-A47339C1D80E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AA2C2D5-C032-4386-86AA-69CEA42911C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C7CBDB6-C347-4BB0-A67B-6EF5CB43B210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A300F1B-AF24-4E85-BC51-110BE910168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1484313"/>
            <a:ext cx="3632200" cy="5113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1484313"/>
            <a:ext cx="3632200" cy="5113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6FD9727-E898-4F64-B326-0D8803F47F44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78A514F-A0DB-49A2-829B-45E16F09531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AA613C9-3537-413C-B0E3-9F088698EE9F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29CAD73-1802-4272-A89A-25D9F985E4B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8464130-80A9-405D-A4A9-EBCE0839FF71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A58D311-23DB-4B78-B251-6847982E5CA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4C4F19C-8870-4969-AE6E-BC959FEFC1CE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8C06541-0CF8-4F19-A11B-BD17262143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B6A4458-5196-4031-9F42-8B5E1DD3DEA0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FBBA30C-E047-4093-AA74-3370A7D5F7A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45BA52B-3089-462C-A353-F17CF8CD01C4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1A77D37-0BBD-453C-A92D-92ACF59FD29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1A3F7C6-CA94-453D-B97A-600D603028A2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A9C346D-A45D-4FCB-8B15-39C9A0F200E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430213"/>
            <a:ext cx="1854200" cy="616743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430213"/>
            <a:ext cx="5410200" cy="616743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5FE5E70-BFE4-4647-B34F-982CF6D7F093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A2FBCA8-0A93-4526-8857-E3C1FDFCB85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6375" y="430213"/>
            <a:ext cx="7416800" cy="766762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1476375" y="1484313"/>
            <a:ext cx="7416800" cy="5113337"/>
          </a:xfrm>
          <a:prstGeom prst="rect">
            <a:avLst/>
          </a:prstGeom>
        </p:spPr>
        <p:txBody>
          <a:bodyPr/>
          <a:lstStyle/>
          <a:p>
            <a:pPr lvl="0"/>
            <a:endParaRPr lang="nl-NL" noProof="0" smtClean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xfrm>
            <a:off x="107950" y="6381750"/>
            <a:ext cx="1079500" cy="3397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7B80DC-F49C-47D1-A3D9-41D01F1825A5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107950" y="6049963"/>
            <a:ext cx="1079500" cy="331787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F213B-5ED1-4FD7-9528-579A3C3B92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6375" y="430213"/>
            <a:ext cx="7416800" cy="766762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1476375" y="1484313"/>
            <a:ext cx="7416800" cy="5113337"/>
          </a:xfrm>
          <a:prstGeom prst="rect">
            <a:avLst/>
          </a:prstGeom>
        </p:spPr>
        <p:txBody>
          <a:bodyPr/>
          <a:lstStyle/>
          <a:p>
            <a:pPr lvl="0"/>
            <a:endParaRPr lang="nl-NL" noProof="0" smtClean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xfrm>
            <a:off x="107950" y="6381750"/>
            <a:ext cx="1079500" cy="3397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7B80DC-F49C-47D1-A3D9-41D01F1825A5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107950" y="6049963"/>
            <a:ext cx="1079500" cy="331787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F213B-5ED1-4FD7-9528-579A3C3B92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2C00300-D1F5-4696-BD4D-298CA0AC94D3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E4BC6AF-C962-49F5-91E1-420300A6332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53F375-9CDE-4819-8A8B-28DBBE401C51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C257DDB-1D1D-4F93-9D56-531565A5310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ECDB112-973E-495E-9683-D1375ECBDA9E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6F717CC-E08E-468D-A0BF-95A737AF14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18301A9-2615-422F-99DE-446312FAC3AF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6F2CBBB-D722-41D2-B778-AEB772F788A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3A5C083-D3D4-43BA-AB88-AE6D60997F55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101F900-BCF5-48CC-9ADB-97BFD3AA610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D6314B8-C916-4B17-891C-EEC251DD38E1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3E1625E-B2DB-4F63-A19B-89C2BBC3137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313684A-309D-4503-967B-C684EA83A788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02FE2C7-9580-42C2-9C6C-1E28C6C32F2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DE9E714-EBB0-45F5-9059-342EEF40A8E1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8E74B1F-16C1-4AAA-9577-2965629D146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EB7BB27-08C3-4161-A584-CC31E9C3E4F6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545C443-E3F5-47C6-BEF4-A44CE007931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B27C7E7-9852-4400-A615-94F5D458E5F8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5FAFB6C-AED4-49D1-8F79-11109B99677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8639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8639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91CDCF6-F629-4530-A465-8D3E0878D777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4744310-9507-4066-BADB-88F50158149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6375" y="430213"/>
            <a:ext cx="7416800" cy="766762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1476375" y="1484313"/>
            <a:ext cx="7416800" cy="5113337"/>
          </a:xfrm>
          <a:prstGeom prst="rect">
            <a:avLst/>
          </a:prstGeom>
        </p:spPr>
        <p:txBody>
          <a:bodyPr/>
          <a:lstStyle/>
          <a:p>
            <a:pPr lvl="0"/>
            <a:endParaRPr lang="nl-NL" noProof="0" smtClean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xfrm>
            <a:off x="107950" y="6381750"/>
            <a:ext cx="1079500" cy="3397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7B80DC-F49C-47D1-A3D9-41D01F1825A5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107950" y="6049963"/>
            <a:ext cx="1079500" cy="331787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F213B-5ED1-4FD7-9528-579A3C3B92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FD15B1-00F0-4D09-B8A9-359A7C9771CF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415BDE0-1C2C-4FCC-9CC4-18675B8227B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5EFC1FF-0607-448F-8FC0-EDC02A79625B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F24C547-A33F-48F7-BA28-FDCB3F3A95E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65192A0-FC73-41D9-A5BF-4497C3D400D5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8FFB597-64BA-4A5D-9A09-1F236013B9E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17CC315-79C4-4F02-8242-04B0EDEC7F5E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992FE35-03BD-4CEF-AAE6-718A4A46724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F9EB85A-B700-43D4-905F-88930EB0873B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584BC44-8BF2-4AE6-85F0-9F18F3395EC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91F54A-D71E-4DFB-9C9C-00FFFBC0CE7C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8F4F4F8-11BF-40EE-B5FC-F2B91F70955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6A36E62-D31B-48C7-A6AE-BB80A52CC770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1F06051-F67B-4A72-B790-998A021FB16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A5E7C6C-0BEC-4282-BB98-FA1B42BAA943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9D172DF-FCF1-43B7-8731-B4BBEBF8508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BF4704F-E8F1-4524-A7E5-2C8A957514A8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A885590-1DF2-4764-B4CB-00BFC8AC4EA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22247E-8FBF-4B33-9CA6-92EBDEA56708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8F06074-C0A9-4C33-ADE9-254E2D13F3B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8639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8639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7BCA981-FD49-4895-958B-11A0F0CA782F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520289F-709F-4810-845F-A09B5C6E397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7CA91B2-6EA7-441F-8D43-21C94FA3894A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DCC2119-05ED-4A58-B19A-9DBABC569E1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3703764-F9C8-4552-8711-34DD3B917174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04AE652-FDE4-44B5-9A9A-A0300487C2E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0CA287B-9FC8-46C9-ABBC-C5775D94B7EC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CDB46DD-3895-4CBC-84BE-5780E947A9B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C4CF244-7E7C-4328-9486-46CFFFDC4883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A1449CB-D4DC-41A2-B7AD-98EF68519EA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2FF5E98-E3BD-44FE-803B-F2A02931F070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D72EA4E-33C5-4FA1-BC31-93850CF22D5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15DF109-6D8F-46C2-8FEA-DD40AEB599FD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760863D-6BC8-429C-9523-57EC5E29BF3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BE261FE-0104-43FA-BFDA-6560819F8EE0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D18CA45-093B-4860-882E-835EFC57BFC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C8D41B8-3587-432D-8631-1DE12D0CB1F9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62AAF46-97D5-4436-82C2-DB22D89BE6B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B00E265-05C7-4319-B1BF-41BD5FD07278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916D29D-1E7B-4DAE-9808-6A992E4C6C4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6A271D4-B1DC-4318-9A01-A8A08AB2782B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A31C670-7CA2-4863-B169-2493E5B14D3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8639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8639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CE40F16-F086-4424-B5C4-A07BD0C9C33E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2E3C1B1-5B6A-41C6-8ECA-8F094C1F0CF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42BC3C4-5A5B-45F0-8261-D959B0BE26E7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6556EF7-BA06-4EA1-9090-D23A4D84588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A12E35E-A14E-4D8E-899A-A2C966E60413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C94505E-1DE9-41A9-8EF7-25D87280359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E398CC4-66FC-4C22-8397-026CC3FEC7DF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440091A-979D-4C0D-A03C-FDCB963548F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90FB4B-6ACD-4687-8CE9-3499D6588FC8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D396C3C-96EC-415B-B68C-EA2F39740A3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7BC7961-08D2-4CDA-A40D-9BBEA574678A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9816B7F-E474-4D56-8CD0-883B0FCB734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EA26423-3D40-4A97-AEB3-28DDF65AA76B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9BFF9F7-8683-4A15-BAD2-E97C9B6DA32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494E861-4381-44E6-81A7-FD2AF5694062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E8C493E-7F0B-4584-93E1-6A250E1E5C1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AAB7E07-5851-456C-AED2-B2E761C682D7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EA14C98-8B3A-4C28-81F1-0909DF92B02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7DE6489-5744-4E53-8B0B-1EC3E1C0462C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ABA4D0A-9366-4A78-9402-A58C0E7B6A8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4B7B817-0668-4DF2-93B2-E84938797FEE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F015A10-D42B-45BB-850A-5D8E45B3A20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8639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8639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C6ADEA4-D388-4C54-88A8-0AA794DD278A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F3A4D62-3F59-4ED6-9CCB-EA941829E22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37F74E3-54E1-4F8D-8E77-043956019C5E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D4FB4A8-59B4-4B4D-B989-8780FAF4B16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4C45949-835E-4447-989C-9D7E3C7E482B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DB27FD6-7196-45B3-AB5B-AC24C21D0E8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675525B-E851-421B-9075-9B8ED493D568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42AB418-1A39-4EA7-AA37-0BB34DD9789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64B455-1DAE-492D-A45A-6F3A2B00BA95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82BB4F4-229F-4EB6-8EBE-4309F70AC90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7A9B50D-6C94-4CDA-9F9A-F9293267A1EB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65CC300-E8EE-42F0-9328-06E7E6FAD73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7754224-C7B5-43A1-A16A-96F4EB5B66AB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164DD93-F028-48E0-BD33-449EA767FB7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81E0D04-F34B-41BD-8E6D-E2915FCEB111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5B57D1B-72AC-473D-AFE4-1886231FB73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AD25AB9-44C7-44D1-9958-DD267B304646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BE2EE0F-D06D-43E7-A4FA-1F96ABFF87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DBEC115-589D-40CE-872D-2B6F44C46B9C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C270461-86C6-43FE-A005-9756284CF95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A713EAD-42A8-4CDC-ABEE-8A31C0EBE196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CBD8081-AFA6-4955-A3A6-5EECB029F6E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8639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8639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A1D0983-2F19-4071-9FA0-73AF95B4D0A7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8DED118-D5C5-4750-B9BE-C0AC17FF6FB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95341F3-E0BB-423F-80E0-AD70C9EB8394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053C1B1-E202-4955-A622-E7A9B082693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1C18A2C-1465-4F4D-B68B-FFAE0FC67B13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5C2925F-FFB1-425E-9291-603B8069EB2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2E9DEB1-42F4-4C4A-9472-0AFCA5878682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7485CC9-C47C-4926-A087-D8ED712A5F8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8B36006-50B5-4D93-AC41-43E7AFAC59D4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9AA5D18-FC18-4287-B782-A83A076DC6B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E294A7D-0F08-408A-808B-378642A1DF94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EFE43A7-FF08-471B-BEDB-380AEAA6B2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3C25A2C-97E5-4FE3-8FF7-948D6D1548D8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F490704-07EC-4CEB-9AD1-9CAE992A607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41912F2-A643-4890-A18A-47F4A986F668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10E25B8-8BC9-439F-B7B9-3F9F662BFBB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738F1CB-80F6-49A7-B123-A4303D76C7C4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5833CA5-A08A-4C60-AC9F-8D483130083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CFD86FA-724D-47FD-9AA3-63A1772D3D48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ABF0751-C75D-407C-90DD-769EF1F596D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02C2BD9-B023-4828-8224-13EBD069F6B9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CE2C17C-BE37-446C-B4EE-10A677B8A2F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8639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8639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804810C-A23F-4B80-845A-DEDF8597BC98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A8EC261-E66B-4F00-935C-D732B31A019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E03104C-CFCB-4C95-9A1E-42A9918270F4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6EBD449-942A-4CC4-9A10-08435054F08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5FFF82E-66FD-4AED-BCB5-986507DAF01A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0D81EF3-0CF4-43B6-B34A-82B2B13BFC5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67E4C5D-A519-4131-A5C1-7C654977C1E0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22D6AA7-19A4-48BE-8BBE-F1AB5CF0D47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1484313"/>
            <a:ext cx="3632200" cy="4824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1484313"/>
            <a:ext cx="3632200" cy="4824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9491259-7A11-40F3-B4A9-FC3F692C635C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E5995DD-24F3-4FAF-B07D-1193476521B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2CC17AA-A29F-46A4-8B54-23C9A80544CD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CCE69E8-73CA-4CFB-943A-644F44F64E8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3FF0106-979B-4276-93F8-EE4BAE457CF2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8CFF4E4-B3C9-4707-9F92-6661E6C84B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3642BBC-445A-4BE5-8D50-9AA8F89793C7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A8B2BA8-61E3-4F2D-82C8-C672AE69415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27067D0-FFDD-43D6-A9C7-AE4D4B3A4D22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F267B1C-0FDB-4E13-81F3-F39CE7141BF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F2F3E06-5AF3-49C3-AE4A-57FB17A91316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58C5891-3D13-44BE-A3AA-BA0B3BE0230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8C3F2E0-54A1-45AE-ACA5-57FDB08E57CC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7B646F8-3DEA-4D37-B09A-775C9DA2444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430213"/>
            <a:ext cx="1854200" cy="587851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430213"/>
            <a:ext cx="5410200" cy="587851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1E1CE6A-B89C-4565-BE05-9377791F8988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6852C0-EFAD-45E8-9A06-98A8E3E16C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146258A-8063-4D43-A4B1-5BE2E8EE062D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16CC3B0-39B2-4964-8B62-D69263E5836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A9E81C0-2FF1-4C6E-9B96-CBD7245BF12D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EFCE429-29A7-4D5A-B08B-DE08A225869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95DA207-9BB1-4679-B6C3-BBA18747D70C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1302739-E6CD-4002-B2EC-3639096F4E8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DB389D0-A173-4B73-9816-B2EAF229D305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B06864B-21C4-4A0A-8D86-E1F972573FD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55D4E98-73A3-4292-9CFD-D46A54989E91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0A8D5C2-F185-464B-9F98-AF44D498CA6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6FB688D-ED20-43D3-A33F-45BDC5FD00EB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6C8345D-5874-4402-9435-69ADC228AE0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FB1E9F6-BE13-4402-B08F-9CD11272C589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2EDE872-6584-41B4-9CB0-279D8FF4B91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D59F93-59D1-429F-B35B-7DF91277FD3D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A2FD375-371C-4734-9A44-AF436E7F568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51BDB9F-06FB-4C72-87D9-FF69903BB54F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F24A0DF-EC9B-47B0-AA6C-3F18164CB18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1E1C2B0-4514-4286-B663-48FBB346BD52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DEA6BC6-FCA4-4944-B7FF-32C746ADB97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5750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5750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358910F-A9CF-4BB2-8BC3-911B6C09E43F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607E0DE-970C-4AF6-8002-8AC64423B6B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228F92E-2796-460C-854C-458F028C1302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16E2DBF-0AD3-4F2F-9503-E1E43706C6C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FEA3108-D307-442B-AC6A-E4FA70E2CA92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1C054B1-0A83-402F-A9A7-07D7AD208FF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B5859A-F3BA-44AA-BED9-47396DE6EB3B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A91AC84-97B9-4E82-8EA6-8D81A85CC40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F0F6B0C-7682-45B8-ABB0-3DDB51B8BA5B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0C7A565-1442-495D-BF68-86D0AA8489B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8CC94F0-5F03-4F5C-B6A4-D3C26F277E43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2477F28-60FC-4A82-8FD7-A21473A80CB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E62BB51-518B-4DD4-AB88-F2FE5746AFD7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2EA6799-C905-4229-8BD5-CC7B242F6AF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143E430-4679-42B6-9409-45C8B594482C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A3FC801-C0ED-407E-B163-2EA7FC1B7F4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04C7CCB-AB47-425B-A9F9-ECA9038F60DC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99B1924-EBED-4BD9-A6DF-F419AB29E71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AFE37BA-B674-462B-BAFE-66DEB816F7D7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560067D-7456-4E1D-9BEE-316C9861FF3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9B56F73-532C-43AC-AC31-64960B23FCE9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EA42AB6-DD0E-4535-A60B-2B1A3FD0B49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5750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5750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66B6802-9853-4519-9751-711EFE7768E9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FDEDF03-A663-46C0-8278-521F459BB2C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0D40D40-413E-4003-BA83-D5BA3FC7BCCE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FD29F62-D0C6-41B6-9C0C-31E2AC228DF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BE07B2E-A41E-40EC-87D3-E1C562992624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373FA08-05B8-43A1-98C9-72FF9563AD0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D49EC08-8928-4998-811F-32E727D566F2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AB411F5-4B50-4B74-96D4-50ECE6C8DC4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5750221-9E93-4F14-8C49-AD7D95568156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D60D5C0-0113-408D-A4AE-9EB5EF9626A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84E9309-6F01-4572-BB6A-0BE02BA364F3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C9B4807-AFD9-46AA-8847-89C8F7B4F86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BE2196A-6ADC-4476-953C-6D33B48520AD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CCFF437-AEC7-497F-9146-00B93C2DDCB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A4FF842-BA92-4560-9BB4-39E8FE3A2DB2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2511EE0-8D12-4A4D-9768-C9BBF92B45E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16E4915-89D5-4882-930C-AAEF2367F029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DCE90F5-EB0C-4D08-A4FC-702A1457936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E3F80E9-4859-40A2-8F5D-1AA3D9AB42D0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377CA77-6C1B-4445-B234-6F630DD731B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6225718-F7CD-4B62-B64C-484762B3F15E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F861CB3-C95A-41C4-8C0D-2F46D73F09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5750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5750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A909A85-517E-4C26-A193-B49E98F77CDF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C0BD1E7-067B-458A-A2B7-FCD85464E46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5868095-A207-425F-90EB-70DA45A759F1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DB986CC-D2A3-4521-BCDE-E7C9FC251E2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28A3224-3449-4249-B32C-523C54574238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C3C3D3C-84B3-4660-8D1D-6B62570A838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7F40626-02C4-4C1A-9863-37B9020BE59B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508711E-C541-474B-B681-655049676CA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B74972E-3181-45E5-9F17-85ED38E31229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9FF0F62-6435-4750-865F-0D0BC62E3F9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4463D60-5168-47F6-B9E3-DAD115DB37B8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36354F4-2F52-4BB5-AA90-D962ED2CF06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8BDF2A1-CECC-41D8-B2E3-64C9F1640A9C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51E38A9-ADDA-4150-BF7A-B7A3C3B8F4E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E549F9-845D-4EE9-8B96-E74A16C45DE9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78C8A30-FE7F-4F6F-A0A0-306B327CB0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4190D70-F1AE-4D59-84CD-D87D8E38F943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92F0EB6-75DE-43D0-9948-10F4EE5DC50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5B3D355-D3D2-416B-B43B-0CF10723CA79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E322BC0-3005-43F1-A25D-8ECB195CF0F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6E257AF-2F27-4264-B5E2-C23733E7D163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CFD64BA-CD9D-4AE0-A942-080DE3C23F6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5750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5750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AECE954-561C-441C-83B9-6C72838386FB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F272149-62B4-4228-8EED-0B31FEE6EF9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4FEA1A0-8716-429E-A110-6F252A969FC8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E8A42AB-CE96-471F-8260-DCAFC763B38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A65F1E9-F5CA-48F1-9703-ABFB91AB5FDB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B2F3C9C-AB10-46A8-B298-A8C33133AEA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C2FE9F0-D4AD-4A1A-96A7-00B988D25118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58879EC-CD62-4BC2-AF64-DC63B1ED7D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6A8E328-4E67-47E3-B287-C538587D3220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9DCBE7A-AEE9-4696-9E12-BE26E8AE70A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BB9C87B-B94F-4837-8FC2-2DCEA0D89D35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47BAAE7-CBCA-47A0-8B4F-50ADE1B0BC1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9DA023E-375D-43B7-B465-62066CE1428F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8E78C3B-E191-4F0B-87FC-BBCD0C496C6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CC30C9C-2A20-46BD-8536-4665C4EEC9E6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8F94598-68FD-4F2C-8AE2-06540977098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8DD3AA8-F839-4DCD-94C6-81D83A16EA11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E7EBDA2-65E7-48E7-A8D6-7ECE21FD2F4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48563F5-B288-4203-891E-4511BA072567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8EDE439-782E-464F-AF32-F61125FCD3A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7DAD653-D72C-495B-8760-328963912029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F317237-8B71-452D-9BD5-B34B6C51DF0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5750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5750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084138C-BDB2-4E58-8E41-3E6A236DA9FE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51F5982-60B1-407E-8AC2-BC1806E39B1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51D0475-5A89-4AB2-9D79-41077F177980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B583109-314E-43D7-97F1-1E4685ED1D0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A107AB4-2D70-401B-AA4C-E18AE4353A28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111728E-BD62-496C-B70D-0BF5275F521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EC67093-7FB9-414F-8315-B24A54915FF2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C940A86-2865-4036-A317-6B3DAFFE4B8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820B007-B27F-454D-8C34-DB358DD06C74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0A393CC-3ABB-40E5-BF3C-086F257CCE3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032781B-18F8-459F-AE58-4083CEF959FA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052694A-5E48-4F5C-83A1-24C1A1936DE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67E3643-808E-4EDD-9ACD-A665626A6041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91BB7AC-994D-4D1A-A148-CC59A7C0F4C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F46C527-EB19-4B92-B07E-370904EB1FFB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74BB2DF-2A10-43CE-A803-71A0226B0C2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709771B-C36F-4F49-9CA5-99862C5F9346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5AD691F-C29B-4513-B4B2-3525C962EBA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8FFDE92-08FB-45D7-A4D2-38E18ABFDC95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99B4FAD-213C-49CD-BA86-20926D9F741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1F96E99-29F3-4CE7-9487-EB9E49FE29E6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4496365-FEED-455D-848C-E087F075B08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5750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5750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55C5CFD-2A6E-48FA-8B9C-5882C20EBBB2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50C06C0-C061-4ED6-A0F2-536DC9C0B30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3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image" Target="../media/image4.jpeg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image" Target="../media/image5.jpeg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4.xml"/><Relationship Id="rId13" Type="http://schemas.openxmlformats.org/officeDocument/2006/relationships/image" Target="../media/image6.jpeg"/><Relationship Id="rId3" Type="http://schemas.openxmlformats.org/officeDocument/2006/relationships/slideLayout" Target="../slideLayouts/slideLayout49.xml"/><Relationship Id="rId7" Type="http://schemas.openxmlformats.org/officeDocument/2006/relationships/slideLayout" Target="../slideLayouts/slideLayout53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13" Type="http://schemas.openxmlformats.org/officeDocument/2006/relationships/image" Target="../media/image7.jpeg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.xml"/><Relationship Id="rId13" Type="http://schemas.openxmlformats.org/officeDocument/2006/relationships/image" Target="../media/image8.jpeg"/><Relationship Id="rId3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5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79.xml"/><Relationship Id="rId5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78.xml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7.xml"/><Relationship Id="rId13" Type="http://schemas.openxmlformats.org/officeDocument/2006/relationships/image" Target="../media/image9.jpeg"/><Relationship Id="rId3" Type="http://schemas.openxmlformats.org/officeDocument/2006/relationships/slideLayout" Target="../slideLayouts/slideLayout82.xml"/><Relationship Id="rId7" Type="http://schemas.openxmlformats.org/officeDocument/2006/relationships/slideLayout" Target="../slideLayouts/slideLayout86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1.xml"/><Relationship Id="rId1" Type="http://schemas.openxmlformats.org/officeDocument/2006/relationships/slideLayout" Target="../slideLayouts/slideLayout80.xml"/><Relationship Id="rId6" Type="http://schemas.openxmlformats.org/officeDocument/2006/relationships/slideLayout" Target="../slideLayouts/slideLayout85.xml"/><Relationship Id="rId11" Type="http://schemas.openxmlformats.org/officeDocument/2006/relationships/slideLayout" Target="../slideLayouts/slideLayout90.xml"/><Relationship Id="rId5" Type="http://schemas.openxmlformats.org/officeDocument/2006/relationships/slideLayout" Target="../slideLayouts/slideLayout84.xml"/><Relationship Id="rId10" Type="http://schemas.openxmlformats.org/officeDocument/2006/relationships/slideLayout" Target="../slideLayouts/slideLayout89.xml"/><Relationship Id="rId4" Type="http://schemas.openxmlformats.org/officeDocument/2006/relationships/slideLayout" Target="../slideLayouts/slideLayout83.xml"/><Relationship Id="rId9" Type="http://schemas.openxmlformats.org/officeDocument/2006/relationships/slideLayout" Target="../slideLayouts/slideLayout88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8.xml"/><Relationship Id="rId13" Type="http://schemas.openxmlformats.org/officeDocument/2006/relationships/image" Target="../media/image10.jpeg"/><Relationship Id="rId3" Type="http://schemas.openxmlformats.org/officeDocument/2006/relationships/slideLayout" Target="../slideLayouts/slideLayout93.xml"/><Relationship Id="rId7" Type="http://schemas.openxmlformats.org/officeDocument/2006/relationships/slideLayout" Target="../slideLayouts/slideLayout97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2.xml"/><Relationship Id="rId1" Type="http://schemas.openxmlformats.org/officeDocument/2006/relationships/slideLayout" Target="../slideLayouts/slideLayout91.xml"/><Relationship Id="rId6" Type="http://schemas.openxmlformats.org/officeDocument/2006/relationships/slideLayout" Target="../slideLayouts/slideLayout96.xml"/><Relationship Id="rId11" Type="http://schemas.openxmlformats.org/officeDocument/2006/relationships/slideLayout" Target="../slideLayouts/slideLayout101.xml"/><Relationship Id="rId5" Type="http://schemas.openxmlformats.org/officeDocument/2006/relationships/slideLayout" Target="../slideLayouts/slideLayout95.xml"/><Relationship Id="rId10" Type="http://schemas.openxmlformats.org/officeDocument/2006/relationships/slideLayout" Target="../slideLayouts/slideLayout100.xml"/><Relationship Id="rId4" Type="http://schemas.openxmlformats.org/officeDocument/2006/relationships/slideLayout" Target="../slideLayouts/slideLayout94.xml"/><Relationship Id="rId9" Type="http://schemas.openxmlformats.org/officeDocument/2006/relationships/slideLayout" Target="../slideLayouts/slideLayout99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04.xml"/><Relationship Id="rId7" Type="http://schemas.openxmlformats.org/officeDocument/2006/relationships/slideLayout" Target="../slideLayouts/slideLayout108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103.xml"/><Relationship Id="rId1" Type="http://schemas.openxmlformats.org/officeDocument/2006/relationships/slideLayout" Target="../slideLayouts/slideLayout102.xml"/><Relationship Id="rId6" Type="http://schemas.openxmlformats.org/officeDocument/2006/relationships/slideLayout" Target="../slideLayouts/slideLayout107.xml"/><Relationship Id="rId11" Type="http://schemas.openxmlformats.org/officeDocument/2006/relationships/slideLayout" Target="../slideLayouts/slideLayout112.xml"/><Relationship Id="rId5" Type="http://schemas.openxmlformats.org/officeDocument/2006/relationships/slideLayout" Target="../slideLayouts/slideLayout106.xml"/><Relationship Id="rId10" Type="http://schemas.openxmlformats.org/officeDocument/2006/relationships/slideLayout" Target="../slideLayouts/slideLayout111.xml"/><Relationship Id="rId4" Type="http://schemas.openxmlformats.org/officeDocument/2006/relationships/slideLayout" Target="../slideLayouts/slideLayout105.xml"/><Relationship Id="rId9" Type="http://schemas.openxmlformats.org/officeDocument/2006/relationships/slideLayout" Target="../slideLayouts/slideLayout110.xml"/><Relationship Id="rId14" Type="http://schemas.openxmlformats.org/officeDocument/2006/relationships/image" Target="../media/image11.png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0.xml"/><Relationship Id="rId13" Type="http://schemas.openxmlformats.org/officeDocument/2006/relationships/image" Target="../media/image5.jpeg"/><Relationship Id="rId3" Type="http://schemas.openxmlformats.org/officeDocument/2006/relationships/slideLayout" Target="../slideLayouts/slideLayout115.xml"/><Relationship Id="rId7" Type="http://schemas.openxmlformats.org/officeDocument/2006/relationships/slideLayout" Target="../slideLayouts/slideLayout119.xml"/><Relationship Id="rId12" Type="http://schemas.openxmlformats.org/officeDocument/2006/relationships/theme" Target="../theme/theme11.xml"/><Relationship Id="rId2" Type="http://schemas.openxmlformats.org/officeDocument/2006/relationships/slideLayout" Target="../slideLayouts/slideLayout114.xml"/><Relationship Id="rId1" Type="http://schemas.openxmlformats.org/officeDocument/2006/relationships/slideLayout" Target="../slideLayouts/slideLayout113.xml"/><Relationship Id="rId6" Type="http://schemas.openxmlformats.org/officeDocument/2006/relationships/slideLayout" Target="../slideLayouts/slideLayout118.xml"/><Relationship Id="rId11" Type="http://schemas.openxmlformats.org/officeDocument/2006/relationships/slideLayout" Target="../slideLayouts/slideLayout123.xml"/><Relationship Id="rId5" Type="http://schemas.openxmlformats.org/officeDocument/2006/relationships/slideLayout" Target="../slideLayouts/slideLayout117.xml"/><Relationship Id="rId10" Type="http://schemas.openxmlformats.org/officeDocument/2006/relationships/slideLayout" Target="../slideLayouts/slideLayout122.xml"/><Relationship Id="rId4" Type="http://schemas.openxmlformats.org/officeDocument/2006/relationships/slideLayout" Target="../slideLayouts/slideLayout116.xml"/><Relationship Id="rId9" Type="http://schemas.openxmlformats.org/officeDocument/2006/relationships/slideLayout" Target="../slideLayouts/slideLayout121.xml"/><Relationship Id="rId14" Type="http://schemas.openxmlformats.org/officeDocument/2006/relationships/image" Target="../media/image11.png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1.xml"/><Relationship Id="rId13" Type="http://schemas.openxmlformats.org/officeDocument/2006/relationships/image" Target="../media/image6.jpeg"/><Relationship Id="rId3" Type="http://schemas.openxmlformats.org/officeDocument/2006/relationships/slideLayout" Target="../slideLayouts/slideLayout126.xml"/><Relationship Id="rId7" Type="http://schemas.openxmlformats.org/officeDocument/2006/relationships/slideLayout" Target="../slideLayouts/slideLayout130.xml"/><Relationship Id="rId12" Type="http://schemas.openxmlformats.org/officeDocument/2006/relationships/theme" Target="../theme/theme12.xml"/><Relationship Id="rId2" Type="http://schemas.openxmlformats.org/officeDocument/2006/relationships/slideLayout" Target="../slideLayouts/slideLayout125.xml"/><Relationship Id="rId1" Type="http://schemas.openxmlformats.org/officeDocument/2006/relationships/slideLayout" Target="../slideLayouts/slideLayout124.xml"/><Relationship Id="rId6" Type="http://schemas.openxmlformats.org/officeDocument/2006/relationships/slideLayout" Target="../slideLayouts/slideLayout129.xml"/><Relationship Id="rId11" Type="http://schemas.openxmlformats.org/officeDocument/2006/relationships/slideLayout" Target="../slideLayouts/slideLayout134.xml"/><Relationship Id="rId5" Type="http://schemas.openxmlformats.org/officeDocument/2006/relationships/slideLayout" Target="../slideLayouts/slideLayout128.xml"/><Relationship Id="rId10" Type="http://schemas.openxmlformats.org/officeDocument/2006/relationships/slideLayout" Target="../slideLayouts/slideLayout133.xml"/><Relationship Id="rId4" Type="http://schemas.openxmlformats.org/officeDocument/2006/relationships/slideLayout" Target="../slideLayouts/slideLayout127.xml"/><Relationship Id="rId9" Type="http://schemas.openxmlformats.org/officeDocument/2006/relationships/slideLayout" Target="../slideLayouts/slideLayout132.xml"/><Relationship Id="rId14" Type="http://schemas.openxmlformats.org/officeDocument/2006/relationships/image" Target="../media/image11.png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2.xml"/><Relationship Id="rId13" Type="http://schemas.openxmlformats.org/officeDocument/2006/relationships/image" Target="../media/image7.jpeg"/><Relationship Id="rId3" Type="http://schemas.openxmlformats.org/officeDocument/2006/relationships/slideLayout" Target="../slideLayouts/slideLayout137.xml"/><Relationship Id="rId7" Type="http://schemas.openxmlformats.org/officeDocument/2006/relationships/slideLayout" Target="../slideLayouts/slideLayout141.xml"/><Relationship Id="rId12" Type="http://schemas.openxmlformats.org/officeDocument/2006/relationships/theme" Target="../theme/theme13.xml"/><Relationship Id="rId2" Type="http://schemas.openxmlformats.org/officeDocument/2006/relationships/slideLayout" Target="../slideLayouts/slideLayout136.xml"/><Relationship Id="rId1" Type="http://schemas.openxmlformats.org/officeDocument/2006/relationships/slideLayout" Target="../slideLayouts/slideLayout135.xml"/><Relationship Id="rId6" Type="http://schemas.openxmlformats.org/officeDocument/2006/relationships/slideLayout" Target="../slideLayouts/slideLayout140.xml"/><Relationship Id="rId11" Type="http://schemas.openxmlformats.org/officeDocument/2006/relationships/slideLayout" Target="../slideLayouts/slideLayout145.xml"/><Relationship Id="rId5" Type="http://schemas.openxmlformats.org/officeDocument/2006/relationships/slideLayout" Target="../slideLayouts/slideLayout139.xml"/><Relationship Id="rId10" Type="http://schemas.openxmlformats.org/officeDocument/2006/relationships/slideLayout" Target="../slideLayouts/slideLayout144.xml"/><Relationship Id="rId4" Type="http://schemas.openxmlformats.org/officeDocument/2006/relationships/slideLayout" Target="../slideLayouts/slideLayout138.xml"/><Relationship Id="rId9" Type="http://schemas.openxmlformats.org/officeDocument/2006/relationships/slideLayout" Target="../slideLayouts/slideLayout143.xml"/><Relationship Id="rId14" Type="http://schemas.openxmlformats.org/officeDocument/2006/relationships/image" Target="../media/image11.png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3.xml"/><Relationship Id="rId13" Type="http://schemas.openxmlformats.org/officeDocument/2006/relationships/image" Target="../media/image8.jpeg"/><Relationship Id="rId3" Type="http://schemas.openxmlformats.org/officeDocument/2006/relationships/slideLayout" Target="../slideLayouts/slideLayout148.xml"/><Relationship Id="rId7" Type="http://schemas.openxmlformats.org/officeDocument/2006/relationships/slideLayout" Target="../slideLayouts/slideLayout152.xml"/><Relationship Id="rId12" Type="http://schemas.openxmlformats.org/officeDocument/2006/relationships/theme" Target="../theme/theme14.xml"/><Relationship Id="rId2" Type="http://schemas.openxmlformats.org/officeDocument/2006/relationships/slideLayout" Target="../slideLayouts/slideLayout147.xml"/><Relationship Id="rId1" Type="http://schemas.openxmlformats.org/officeDocument/2006/relationships/slideLayout" Target="../slideLayouts/slideLayout146.xml"/><Relationship Id="rId6" Type="http://schemas.openxmlformats.org/officeDocument/2006/relationships/slideLayout" Target="../slideLayouts/slideLayout151.xml"/><Relationship Id="rId11" Type="http://schemas.openxmlformats.org/officeDocument/2006/relationships/slideLayout" Target="../slideLayouts/slideLayout156.xml"/><Relationship Id="rId5" Type="http://schemas.openxmlformats.org/officeDocument/2006/relationships/slideLayout" Target="../slideLayouts/slideLayout150.xml"/><Relationship Id="rId10" Type="http://schemas.openxmlformats.org/officeDocument/2006/relationships/slideLayout" Target="../slideLayouts/slideLayout155.xml"/><Relationship Id="rId4" Type="http://schemas.openxmlformats.org/officeDocument/2006/relationships/slideLayout" Target="../slideLayouts/slideLayout149.xml"/><Relationship Id="rId9" Type="http://schemas.openxmlformats.org/officeDocument/2006/relationships/slideLayout" Target="../slideLayouts/slideLayout154.xml"/><Relationship Id="rId14" Type="http://schemas.openxmlformats.org/officeDocument/2006/relationships/image" Target="../media/image11.png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4.xml"/><Relationship Id="rId13" Type="http://schemas.openxmlformats.org/officeDocument/2006/relationships/image" Target="../media/image9.jpeg"/><Relationship Id="rId3" Type="http://schemas.openxmlformats.org/officeDocument/2006/relationships/slideLayout" Target="../slideLayouts/slideLayout159.xml"/><Relationship Id="rId7" Type="http://schemas.openxmlformats.org/officeDocument/2006/relationships/slideLayout" Target="../slideLayouts/slideLayout163.xml"/><Relationship Id="rId12" Type="http://schemas.openxmlformats.org/officeDocument/2006/relationships/theme" Target="../theme/theme15.xml"/><Relationship Id="rId2" Type="http://schemas.openxmlformats.org/officeDocument/2006/relationships/slideLayout" Target="../slideLayouts/slideLayout158.xml"/><Relationship Id="rId1" Type="http://schemas.openxmlformats.org/officeDocument/2006/relationships/slideLayout" Target="../slideLayouts/slideLayout157.xml"/><Relationship Id="rId6" Type="http://schemas.openxmlformats.org/officeDocument/2006/relationships/slideLayout" Target="../slideLayouts/slideLayout162.xml"/><Relationship Id="rId11" Type="http://schemas.openxmlformats.org/officeDocument/2006/relationships/slideLayout" Target="../slideLayouts/slideLayout167.xml"/><Relationship Id="rId5" Type="http://schemas.openxmlformats.org/officeDocument/2006/relationships/slideLayout" Target="../slideLayouts/slideLayout161.xml"/><Relationship Id="rId10" Type="http://schemas.openxmlformats.org/officeDocument/2006/relationships/slideLayout" Target="../slideLayouts/slideLayout166.xml"/><Relationship Id="rId4" Type="http://schemas.openxmlformats.org/officeDocument/2006/relationships/slideLayout" Target="../slideLayouts/slideLayout160.xml"/><Relationship Id="rId9" Type="http://schemas.openxmlformats.org/officeDocument/2006/relationships/slideLayout" Target="../slideLayouts/slideLayout165.xml"/><Relationship Id="rId14" Type="http://schemas.openxmlformats.org/officeDocument/2006/relationships/image" Target="../media/image11.png"/></Relationships>
</file>

<file path=ppt/slideMasters/_rels/slideMaster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5.xml"/><Relationship Id="rId13" Type="http://schemas.openxmlformats.org/officeDocument/2006/relationships/image" Target="../media/image10.jpeg"/><Relationship Id="rId3" Type="http://schemas.openxmlformats.org/officeDocument/2006/relationships/slideLayout" Target="../slideLayouts/slideLayout170.xml"/><Relationship Id="rId7" Type="http://schemas.openxmlformats.org/officeDocument/2006/relationships/slideLayout" Target="../slideLayouts/slideLayout174.xml"/><Relationship Id="rId12" Type="http://schemas.openxmlformats.org/officeDocument/2006/relationships/theme" Target="../theme/theme16.xml"/><Relationship Id="rId2" Type="http://schemas.openxmlformats.org/officeDocument/2006/relationships/slideLayout" Target="../slideLayouts/slideLayout169.xml"/><Relationship Id="rId1" Type="http://schemas.openxmlformats.org/officeDocument/2006/relationships/slideLayout" Target="../slideLayouts/slideLayout168.xml"/><Relationship Id="rId6" Type="http://schemas.openxmlformats.org/officeDocument/2006/relationships/slideLayout" Target="../slideLayouts/slideLayout173.xml"/><Relationship Id="rId11" Type="http://schemas.openxmlformats.org/officeDocument/2006/relationships/slideLayout" Target="../slideLayouts/slideLayout178.xml"/><Relationship Id="rId5" Type="http://schemas.openxmlformats.org/officeDocument/2006/relationships/slideLayout" Target="../slideLayouts/slideLayout172.xml"/><Relationship Id="rId10" Type="http://schemas.openxmlformats.org/officeDocument/2006/relationships/slideLayout" Target="../slideLayouts/slideLayout177.xml"/><Relationship Id="rId4" Type="http://schemas.openxmlformats.org/officeDocument/2006/relationships/slideLayout" Target="../slideLayouts/slideLayout171.xml"/><Relationship Id="rId9" Type="http://schemas.openxmlformats.org/officeDocument/2006/relationships/slideLayout" Target="../slideLayouts/slideLayout176.xml"/><Relationship Id="rId14" Type="http://schemas.openxmlformats.org/officeDocument/2006/relationships/image" Target="../media/image11.png"/></Relationships>
</file>

<file path=ppt/slideMasters/_rels/slideMaster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6.xml"/><Relationship Id="rId13" Type="http://schemas.openxmlformats.org/officeDocument/2006/relationships/theme" Target="../theme/theme17.xml"/><Relationship Id="rId3" Type="http://schemas.openxmlformats.org/officeDocument/2006/relationships/slideLayout" Target="../slideLayouts/slideLayout181.xml"/><Relationship Id="rId7" Type="http://schemas.openxmlformats.org/officeDocument/2006/relationships/slideLayout" Target="../slideLayouts/slideLayout185.xml"/><Relationship Id="rId12" Type="http://schemas.openxmlformats.org/officeDocument/2006/relationships/slideLayout" Target="../slideLayouts/slideLayout190.xml"/><Relationship Id="rId2" Type="http://schemas.openxmlformats.org/officeDocument/2006/relationships/slideLayout" Target="../slideLayouts/slideLayout180.xml"/><Relationship Id="rId1" Type="http://schemas.openxmlformats.org/officeDocument/2006/relationships/slideLayout" Target="../slideLayouts/slideLayout179.xml"/><Relationship Id="rId6" Type="http://schemas.openxmlformats.org/officeDocument/2006/relationships/slideLayout" Target="../slideLayouts/slideLayout184.xml"/><Relationship Id="rId11" Type="http://schemas.openxmlformats.org/officeDocument/2006/relationships/slideLayout" Target="../slideLayouts/slideLayout189.xml"/><Relationship Id="rId5" Type="http://schemas.openxmlformats.org/officeDocument/2006/relationships/slideLayout" Target="../slideLayouts/slideLayout183.xml"/><Relationship Id="rId10" Type="http://schemas.openxmlformats.org/officeDocument/2006/relationships/slideLayout" Target="../slideLayouts/slideLayout188.xml"/><Relationship Id="rId4" Type="http://schemas.openxmlformats.org/officeDocument/2006/relationships/slideLayout" Target="../slideLayouts/slideLayout182.xml"/><Relationship Id="rId9" Type="http://schemas.openxmlformats.org/officeDocument/2006/relationships/slideLayout" Target="../slideLayouts/slideLayout187.xml"/><Relationship Id="rId14" Type="http://schemas.openxmlformats.org/officeDocument/2006/relationships/image" Target="../media/image12.jpeg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8.xml"/><Relationship Id="rId13" Type="http://schemas.openxmlformats.org/officeDocument/2006/relationships/theme" Target="../theme/theme18.xml"/><Relationship Id="rId3" Type="http://schemas.openxmlformats.org/officeDocument/2006/relationships/slideLayout" Target="../slideLayouts/slideLayout193.xml"/><Relationship Id="rId7" Type="http://schemas.openxmlformats.org/officeDocument/2006/relationships/slideLayout" Target="../slideLayouts/slideLayout197.xml"/><Relationship Id="rId12" Type="http://schemas.openxmlformats.org/officeDocument/2006/relationships/slideLayout" Target="../slideLayouts/slideLayout202.xml"/><Relationship Id="rId2" Type="http://schemas.openxmlformats.org/officeDocument/2006/relationships/slideLayout" Target="../slideLayouts/slideLayout192.xml"/><Relationship Id="rId1" Type="http://schemas.openxmlformats.org/officeDocument/2006/relationships/slideLayout" Target="../slideLayouts/slideLayout191.xml"/><Relationship Id="rId6" Type="http://schemas.openxmlformats.org/officeDocument/2006/relationships/slideLayout" Target="../slideLayouts/slideLayout196.xml"/><Relationship Id="rId11" Type="http://schemas.openxmlformats.org/officeDocument/2006/relationships/slideLayout" Target="../slideLayouts/slideLayout201.xml"/><Relationship Id="rId5" Type="http://schemas.openxmlformats.org/officeDocument/2006/relationships/slideLayout" Target="../slideLayouts/slideLayout195.xml"/><Relationship Id="rId10" Type="http://schemas.openxmlformats.org/officeDocument/2006/relationships/slideLayout" Target="../slideLayouts/slideLayout200.xml"/><Relationship Id="rId4" Type="http://schemas.openxmlformats.org/officeDocument/2006/relationships/slideLayout" Target="../slideLayouts/slideLayout194.xml"/><Relationship Id="rId9" Type="http://schemas.openxmlformats.org/officeDocument/2006/relationships/slideLayout" Target="../slideLayouts/slideLayout199.xml"/><Relationship Id="rId14" Type="http://schemas.openxmlformats.org/officeDocument/2006/relationships/image" Target="../media/image4.jpeg"/></Relationships>
</file>

<file path=ppt/slideMasters/_rels/slideMaster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0.xml"/><Relationship Id="rId13" Type="http://schemas.openxmlformats.org/officeDocument/2006/relationships/theme" Target="../theme/theme19.xml"/><Relationship Id="rId3" Type="http://schemas.openxmlformats.org/officeDocument/2006/relationships/slideLayout" Target="../slideLayouts/slideLayout205.xml"/><Relationship Id="rId7" Type="http://schemas.openxmlformats.org/officeDocument/2006/relationships/slideLayout" Target="../slideLayouts/slideLayout209.xml"/><Relationship Id="rId12" Type="http://schemas.openxmlformats.org/officeDocument/2006/relationships/slideLayout" Target="../slideLayouts/slideLayout214.xml"/><Relationship Id="rId2" Type="http://schemas.openxmlformats.org/officeDocument/2006/relationships/slideLayout" Target="../slideLayouts/slideLayout204.xml"/><Relationship Id="rId1" Type="http://schemas.openxmlformats.org/officeDocument/2006/relationships/slideLayout" Target="../slideLayouts/slideLayout203.xml"/><Relationship Id="rId6" Type="http://schemas.openxmlformats.org/officeDocument/2006/relationships/slideLayout" Target="../slideLayouts/slideLayout208.xml"/><Relationship Id="rId11" Type="http://schemas.openxmlformats.org/officeDocument/2006/relationships/slideLayout" Target="../slideLayouts/slideLayout213.xml"/><Relationship Id="rId5" Type="http://schemas.openxmlformats.org/officeDocument/2006/relationships/slideLayout" Target="../slideLayouts/slideLayout207.xml"/><Relationship Id="rId10" Type="http://schemas.openxmlformats.org/officeDocument/2006/relationships/slideLayout" Target="../slideLayouts/slideLayout212.xml"/><Relationship Id="rId4" Type="http://schemas.openxmlformats.org/officeDocument/2006/relationships/slideLayout" Target="../slideLayouts/slideLayout206.xml"/><Relationship Id="rId9" Type="http://schemas.openxmlformats.org/officeDocument/2006/relationships/slideLayout" Target="../slideLayouts/slideLayout211.xml"/><Relationship Id="rId14" Type="http://schemas.openxmlformats.org/officeDocument/2006/relationships/image" Target="../media/image13.jpeg"/></Relationships>
</file>

<file path=ppt/slideMasters/_rels/slideMaster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2.xml"/><Relationship Id="rId13" Type="http://schemas.openxmlformats.org/officeDocument/2006/relationships/image" Target="../media/image14.jpeg"/><Relationship Id="rId3" Type="http://schemas.openxmlformats.org/officeDocument/2006/relationships/slideLayout" Target="../slideLayouts/slideLayout217.xml"/><Relationship Id="rId7" Type="http://schemas.openxmlformats.org/officeDocument/2006/relationships/slideLayout" Target="../slideLayouts/slideLayout221.xml"/><Relationship Id="rId12" Type="http://schemas.openxmlformats.org/officeDocument/2006/relationships/theme" Target="../theme/theme20.xml"/><Relationship Id="rId2" Type="http://schemas.openxmlformats.org/officeDocument/2006/relationships/slideLayout" Target="../slideLayouts/slideLayout216.xml"/><Relationship Id="rId1" Type="http://schemas.openxmlformats.org/officeDocument/2006/relationships/slideLayout" Target="../slideLayouts/slideLayout215.xml"/><Relationship Id="rId6" Type="http://schemas.openxmlformats.org/officeDocument/2006/relationships/slideLayout" Target="../slideLayouts/slideLayout220.xml"/><Relationship Id="rId11" Type="http://schemas.openxmlformats.org/officeDocument/2006/relationships/slideLayout" Target="../slideLayouts/slideLayout225.xml"/><Relationship Id="rId5" Type="http://schemas.openxmlformats.org/officeDocument/2006/relationships/slideLayout" Target="../slideLayouts/slideLayout219.xml"/><Relationship Id="rId10" Type="http://schemas.openxmlformats.org/officeDocument/2006/relationships/slideLayout" Target="../slideLayouts/slideLayout224.xml"/><Relationship Id="rId4" Type="http://schemas.openxmlformats.org/officeDocument/2006/relationships/slideLayout" Target="../slideLayouts/slideLayout218.xml"/><Relationship Id="rId9" Type="http://schemas.openxmlformats.org/officeDocument/2006/relationships/slideLayout" Target="../slideLayouts/slideLayout223.xml"/></Relationships>
</file>

<file path=ppt/slideMasters/_rels/slideMaster2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3.xml"/><Relationship Id="rId13" Type="http://schemas.openxmlformats.org/officeDocument/2006/relationships/image" Target="../media/image15.jpeg"/><Relationship Id="rId3" Type="http://schemas.openxmlformats.org/officeDocument/2006/relationships/slideLayout" Target="../slideLayouts/slideLayout228.xml"/><Relationship Id="rId7" Type="http://schemas.openxmlformats.org/officeDocument/2006/relationships/slideLayout" Target="../slideLayouts/slideLayout232.xml"/><Relationship Id="rId12" Type="http://schemas.openxmlformats.org/officeDocument/2006/relationships/theme" Target="../theme/theme21.xml"/><Relationship Id="rId2" Type="http://schemas.openxmlformats.org/officeDocument/2006/relationships/slideLayout" Target="../slideLayouts/slideLayout227.xml"/><Relationship Id="rId1" Type="http://schemas.openxmlformats.org/officeDocument/2006/relationships/slideLayout" Target="../slideLayouts/slideLayout226.xml"/><Relationship Id="rId6" Type="http://schemas.openxmlformats.org/officeDocument/2006/relationships/slideLayout" Target="../slideLayouts/slideLayout231.xml"/><Relationship Id="rId11" Type="http://schemas.openxmlformats.org/officeDocument/2006/relationships/slideLayout" Target="../slideLayouts/slideLayout236.xml"/><Relationship Id="rId5" Type="http://schemas.openxmlformats.org/officeDocument/2006/relationships/slideLayout" Target="../slideLayouts/slideLayout230.xml"/><Relationship Id="rId10" Type="http://schemas.openxmlformats.org/officeDocument/2006/relationships/slideLayout" Target="../slideLayouts/slideLayout235.xml"/><Relationship Id="rId4" Type="http://schemas.openxmlformats.org/officeDocument/2006/relationships/slideLayout" Target="../slideLayouts/slideLayout229.xml"/><Relationship Id="rId9" Type="http://schemas.openxmlformats.org/officeDocument/2006/relationships/slideLayout" Target="../slideLayouts/slideLayout234.xml"/></Relationships>
</file>

<file path=ppt/slideMasters/_rels/slideMaster2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4.xml"/><Relationship Id="rId13" Type="http://schemas.openxmlformats.org/officeDocument/2006/relationships/image" Target="../media/image16.jpeg"/><Relationship Id="rId3" Type="http://schemas.openxmlformats.org/officeDocument/2006/relationships/slideLayout" Target="../slideLayouts/slideLayout239.xml"/><Relationship Id="rId7" Type="http://schemas.openxmlformats.org/officeDocument/2006/relationships/slideLayout" Target="../slideLayouts/slideLayout243.xml"/><Relationship Id="rId12" Type="http://schemas.openxmlformats.org/officeDocument/2006/relationships/theme" Target="../theme/theme22.xml"/><Relationship Id="rId2" Type="http://schemas.openxmlformats.org/officeDocument/2006/relationships/slideLayout" Target="../slideLayouts/slideLayout238.xml"/><Relationship Id="rId1" Type="http://schemas.openxmlformats.org/officeDocument/2006/relationships/slideLayout" Target="../slideLayouts/slideLayout237.xml"/><Relationship Id="rId6" Type="http://schemas.openxmlformats.org/officeDocument/2006/relationships/slideLayout" Target="../slideLayouts/slideLayout242.xml"/><Relationship Id="rId11" Type="http://schemas.openxmlformats.org/officeDocument/2006/relationships/slideLayout" Target="../slideLayouts/slideLayout247.xml"/><Relationship Id="rId5" Type="http://schemas.openxmlformats.org/officeDocument/2006/relationships/slideLayout" Target="../slideLayouts/slideLayout241.xml"/><Relationship Id="rId10" Type="http://schemas.openxmlformats.org/officeDocument/2006/relationships/slideLayout" Target="../slideLayouts/slideLayout246.xml"/><Relationship Id="rId4" Type="http://schemas.openxmlformats.org/officeDocument/2006/relationships/slideLayout" Target="../slideLayouts/slideLayout240.xml"/><Relationship Id="rId9" Type="http://schemas.openxmlformats.org/officeDocument/2006/relationships/slideLayout" Target="../slideLayouts/slideLayout245.xml"/></Relationships>
</file>

<file path=ppt/slideMasters/_rels/slideMaster2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5.xml"/><Relationship Id="rId13" Type="http://schemas.openxmlformats.org/officeDocument/2006/relationships/image" Target="../media/image17.jpeg"/><Relationship Id="rId3" Type="http://schemas.openxmlformats.org/officeDocument/2006/relationships/slideLayout" Target="../slideLayouts/slideLayout250.xml"/><Relationship Id="rId7" Type="http://schemas.openxmlformats.org/officeDocument/2006/relationships/slideLayout" Target="../slideLayouts/slideLayout254.xml"/><Relationship Id="rId12" Type="http://schemas.openxmlformats.org/officeDocument/2006/relationships/theme" Target="../theme/theme23.xml"/><Relationship Id="rId2" Type="http://schemas.openxmlformats.org/officeDocument/2006/relationships/slideLayout" Target="../slideLayouts/slideLayout249.xml"/><Relationship Id="rId1" Type="http://schemas.openxmlformats.org/officeDocument/2006/relationships/slideLayout" Target="../slideLayouts/slideLayout248.xml"/><Relationship Id="rId6" Type="http://schemas.openxmlformats.org/officeDocument/2006/relationships/slideLayout" Target="../slideLayouts/slideLayout253.xml"/><Relationship Id="rId11" Type="http://schemas.openxmlformats.org/officeDocument/2006/relationships/slideLayout" Target="../slideLayouts/slideLayout258.xml"/><Relationship Id="rId5" Type="http://schemas.openxmlformats.org/officeDocument/2006/relationships/slideLayout" Target="../slideLayouts/slideLayout252.xml"/><Relationship Id="rId10" Type="http://schemas.openxmlformats.org/officeDocument/2006/relationships/slideLayout" Target="../slideLayouts/slideLayout257.xml"/><Relationship Id="rId4" Type="http://schemas.openxmlformats.org/officeDocument/2006/relationships/slideLayout" Target="../slideLayouts/slideLayout251.xml"/><Relationship Id="rId9" Type="http://schemas.openxmlformats.org/officeDocument/2006/relationships/slideLayout" Target="../slideLayouts/slideLayout256.xml"/></Relationships>
</file>

<file path=ppt/slideMasters/_rels/slideMaster2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6.xml"/><Relationship Id="rId13" Type="http://schemas.openxmlformats.org/officeDocument/2006/relationships/image" Target="../media/image18.jpeg"/><Relationship Id="rId3" Type="http://schemas.openxmlformats.org/officeDocument/2006/relationships/slideLayout" Target="../slideLayouts/slideLayout261.xml"/><Relationship Id="rId7" Type="http://schemas.openxmlformats.org/officeDocument/2006/relationships/slideLayout" Target="../slideLayouts/slideLayout265.xml"/><Relationship Id="rId12" Type="http://schemas.openxmlformats.org/officeDocument/2006/relationships/theme" Target="../theme/theme24.xml"/><Relationship Id="rId2" Type="http://schemas.openxmlformats.org/officeDocument/2006/relationships/slideLayout" Target="../slideLayouts/slideLayout260.xml"/><Relationship Id="rId1" Type="http://schemas.openxmlformats.org/officeDocument/2006/relationships/slideLayout" Target="../slideLayouts/slideLayout259.xml"/><Relationship Id="rId6" Type="http://schemas.openxmlformats.org/officeDocument/2006/relationships/slideLayout" Target="../slideLayouts/slideLayout264.xml"/><Relationship Id="rId11" Type="http://schemas.openxmlformats.org/officeDocument/2006/relationships/slideLayout" Target="../slideLayouts/slideLayout269.xml"/><Relationship Id="rId5" Type="http://schemas.openxmlformats.org/officeDocument/2006/relationships/slideLayout" Target="../slideLayouts/slideLayout263.xml"/><Relationship Id="rId10" Type="http://schemas.openxmlformats.org/officeDocument/2006/relationships/slideLayout" Target="../slideLayouts/slideLayout268.xml"/><Relationship Id="rId4" Type="http://schemas.openxmlformats.org/officeDocument/2006/relationships/slideLayout" Target="../slideLayouts/slideLayout262.xml"/><Relationship Id="rId9" Type="http://schemas.openxmlformats.org/officeDocument/2006/relationships/slideLayout" Target="../slideLayouts/slideLayout267.xml"/></Relationships>
</file>

<file path=ppt/slideMasters/_rels/slideMaster2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7.xml"/><Relationship Id="rId13" Type="http://schemas.openxmlformats.org/officeDocument/2006/relationships/image" Target="../media/image12.jpeg"/><Relationship Id="rId3" Type="http://schemas.openxmlformats.org/officeDocument/2006/relationships/slideLayout" Target="../slideLayouts/slideLayout272.xml"/><Relationship Id="rId7" Type="http://schemas.openxmlformats.org/officeDocument/2006/relationships/slideLayout" Target="../slideLayouts/slideLayout276.xml"/><Relationship Id="rId12" Type="http://schemas.openxmlformats.org/officeDocument/2006/relationships/theme" Target="../theme/theme25.xml"/><Relationship Id="rId2" Type="http://schemas.openxmlformats.org/officeDocument/2006/relationships/slideLayout" Target="../slideLayouts/slideLayout271.xml"/><Relationship Id="rId1" Type="http://schemas.openxmlformats.org/officeDocument/2006/relationships/slideLayout" Target="../slideLayouts/slideLayout270.xml"/><Relationship Id="rId6" Type="http://schemas.openxmlformats.org/officeDocument/2006/relationships/slideLayout" Target="../slideLayouts/slideLayout275.xml"/><Relationship Id="rId11" Type="http://schemas.openxmlformats.org/officeDocument/2006/relationships/slideLayout" Target="../slideLayouts/slideLayout280.xml"/><Relationship Id="rId5" Type="http://schemas.openxmlformats.org/officeDocument/2006/relationships/slideLayout" Target="../slideLayouts/slideLayout274.xml"/><Relationship Id="rId10" Type="http://schemas.openxmlformats.org/officeDocument/2006/relationships/slideLayout" Target="../slideLayouts/slideLayout279.xml"/><Relationship Id="rId4" Type="http://schemas.openxmlformats.org/officeDocument/2006/relationships/slideLayout" Target="../slideLayouts/slideLayout273.xml"/><Relationship Id="rId9" Type="http://schemas.openxmlformats.org/officeDocument/2006/relationships/slideLayout" Target="../slideLayouts/slideLayout278.xml"/><Relationship Id="rId14" Type="http://schemas.openxmlformats.org/officeDocument/2006/relationships/image" Target="../media/image11.png"/></Relationships>
</file>

<file path=ppt/slideMasters/_rels/slideMaster2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8.xml"/><Relationship Id="rId13" Type="http://schemas.openxmlformats.org/officeDocument/2006/relationships/image" Target="../media/image13.jpeg"/><Relationship Id="rId3" Type="http://schemas.openxmlformats.org/officeDocument/2006/relationships/slideLayout" Target="../slideLayouts/slideLayout283.xml"/><Relationship Id="rId7" Type="http://schemas.openxmlformats.org/officeDocument/2006/relationships/slideLayout" Target="../slideLayouts/slideLayout287.xml"/><Relationship Id="rId12" Type="http://schemas.openxmlformats.org/officeDocument/2006/relationships/theme" Target="../theme/theme26.xml"/><Relationship Id="rId2" Type="http://schemas.openxmlformats.org/officeDocument/2006/relationships/slideLayout" Target="../slideLayouts/slideLayout282.xml"/><Relationship Id="rId1" Type="http://schemas.openxmlformats.org/officeDocument/2006/relationships/slideLayout" Target="../slideLayouts/slideLayout281.xml"/><Relationship Id="rId6" Type="http://schemas.openxmlformats.org/officeDocument/2006/relationships/slideLayout" Target="../slideLayouts/slideLayout286.xml"/><Relationship Id="rId11" Type="http://schemas.openxmlformats.org/officeDocument/2006/relationships/slideLayout" Target="../slideLayouts/slideLayout291.xml"/><Relationship Id="rId5" Type="http://schemas.openxmlformats.org/officeDocument/2006/relationships/slideLayout" Target="../slideLayouts/slideLayout285.xml"/><Relationship Id="rId10" Type="http://schemas.openxmlformats.org/officeDocument/2006/relationships/slideLayout" Target="../slideLayouts/slideLayout290.xml"/><Relationship Id="rId4" Type="http://schemas.openxmlformats.org/officeDocument/2006/relationships/slideLayout" Target="../slideLayouts/slideLayout284.xml"/><Relationship Id="rId9" Type="http://schemas.openxmlformats.org/officeDocument/2006/relationships/slideLayout" Target="../slideLayouts/slideLayout289.xml"/><Relationship Id="rId14" Type="http://schemas.openxmlformats.org/officeDocument/2006/relationships/image" Target="../media/image11.png"/></Relationships>
</file>

<file path=ppt/slideMasters/_rels/slideMaster2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9.xml"/><Relationship Id="rId13" Type="http://schemas.openxmlformats.org/officeDocument/2006/relationships/image" Target="../media/image14.jpeg"/><Relationship Id="rId3" Type="http://schemas.openxmlformats.org/officeDocument/2006/relationships/slideLayout" Target="../slideLayouts/slideLayout294.xml"/><Relationship Id="rId7" Type="http://schemas.openxmlformats.org/officeDocument/2006/relationships/slideLayout" Target="../slideLayouts/slideLayout298.xml"/><Relationship Id="rId12" Type="http://schemas.openxmlformats.org/officeDocument/2006/relationships/theme" Target="../theme/theme27.xml"/><Relationship Id="rId2" Type="http://schemas.openxmlformats.org/officeDocument/2006/relationships/slideLayout" Target="../slideLayouts/slideLayout293.xml"/><Relationship Id="rId1" Type="http://schemas.openxmlformats.org/officeDocument/2006/relationships/slideLayout" Target="../slideLayouts/slideLayout292.xml"/><Relationship Id="rId6" Type="http://schemas.openxmlformats.org/officeDocument/2006/relationships/slideLayout" Target="../slideLayouts/slideLayout297.xml"/><Relationship Id="rId11" Type="http://schemas.openxmlformats.org/officeDocument/2006/relationships/slideLayout" Target="../slideLayouts/slideLayout302.xml"/><Relationship Id="rId5" Type="http://schemas.openxmlformats.org/officeDocument/2006/relationships/slideLayout" Target="../slideLayouts/slideLayout296.xml"/><Relationship Id="rId10" Type="http://schemas.openxmlformats.org/officeDocument/2006/relationships/slideLayout" Target="../slideLayouts/slideLayout301.xml"/><Relationship Id="rId4" Type="http://schemas.openxmlformats.org/officeDocument/2006/relationships/slideLayout" Target="../slideLayouts/slideLayout295.xml"/><Relationship Id="rId9" Type="http://schemas.openxmlformats.org/officeDocument/2006/relationships/slideLayout" Target="../slideLayouts/slideLayout300.xml"/><Relationship Id="rId14" Type="http://schemas.openxmlformats.org/officeDocument/2006/relationships/image" Target="../media/image11.png"/></Relationships>
</file>

<file path=ppt/slideMasters/_rels/slideMaster2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0.xml"/><Relationship Id="rId13" Type="http://schemas.openxmlformats.org/officeDocument/2006/relationships/image" Target="../media/image15.jpeg"/><Relationship Id="rId3" Type="http://schemas.openxmlformats.org/officeDocument/2006/relationships/slideLayout" Target="../slideLayouts/slideLayout305.xml"/><Relationship Id="rId7" Type="http://schemas.openxmlformats.org/officeDocument/2006/relationships/slideLayout" Target="../slideLayouts/slideLayout309.xml"/><Relationship Id="rId12" Type="http://schemas.openxmlformats.org/officeDocument/2006/relationships/theme" Target="../theme/theme28.xml"/><Relationship Id="rId2" Type="http://schemas.openxmlformats.org/officeDocument/2006/relationships/slideLayout" Target="../slideLayouts/slideLayout304.xml"/><Relationship Id="rId1" Type="http://schemas.openxmlformats.org/officeDocument/2006/relationships/slideLayout" Target="../slideLayouts/slideLayout303.xml"/><Relationship Id="rId6" Type="http://schemas.openxmlformats.org/officeDocument/2006/relationships/slideLayout" Target="../slideLayouts/slideLayout308.xml"/><Relationship Id="rId11" Type="http://schemas.openxmlformats.org/officeDocument/2006/relationships/slideLayout" Target="../slideLayouts/slideLayout313.xml"/><Relationship Id="rId5" Type="http://schemas.openxmlformats.org/officeDocument/2006/relationships/slideLayout" Target="../slideLayouts/slideLayout307.xml"/><Relationship Id="rId10" Type="http://schemas.openxmlformats.org/officeDocument/2006/relationships/slideLayout" Target="../slideLayouts/slideLayout312.xml"/><Relationship Id="rId4" Type="http://schemas.openxmlformats.org/officeDocument/2006/relationships/slideLayout" Target="../slideLayouts/slideLayout306.xml"/><Relationship Id="rId9" Type="http://schemas.openxmlformats.org/officeDocument/2006/relationships/slideLayout" Target="../slideLayouts/slideLayout311.xml"/><Relationship Id="rId14" Type="http://schemas.openxmlformats.org/officeDocument/2006/relationships/image" Target="../media/image11.png"/></Relationships>
</file>

<file path=ppt/slideMasters/_rels/slideMaster2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1.xml"/><Relationship Id="rId13" Type="http://schemas.openxmlformats.org/officeDocument/2006/relationships/image" Target="../media/image16.jpeg"/><Relationship Id="rId3" Type="http://schemas.openxmlformats.org/officeDocument/2006/relationships/slideLayout" Target="../slideLayouts/slideLayout316.xml"/><Relationship Id="rId7" Type="http://schemas.openxmlformats.org/officeDocument/2006/relationships/slideLayout" Target="../slideLayouts/slideLayout320.xml"/><Relationship Id="rId12" Type="http://schemas.openxmlformats.org/officeDocument/2006/relationships/theme" Target="../theme/theme29.xml"/><Relationship Id="rId2" Type="http://schemas.openxmlformats.org/officeDocument/2006/relationships/slideLayout" Target="../slideLayouts/slideLayout315.xml"/><Relationship Id="rId1" Type="http://schemas.openxmlformats.org/officeDocument/2006/relationships/slideLayout" Target="../slideLayouts/slideLayout314.xml"/><Relationship Id="rId6" Type="http://schemas.openxmlformats.org/officeDocument/2006/relationships/slideLayout" Target="../slideLayouts/slideLayout319.xml"/><Relationship Id="rId11" Type="http://schemas.openxmlformats.org/officeDocument/2006/relationships/slideLayout" Target="../slideLayouts/slideLayout324.xml"/><Relationship Id="rId5" Type="http://schemas.openxmlformats.org/officeDocument/2006/relationships/slideLayout" Target="../slideLayouts/slideLayout318.xml"/><Relationship Id="rId10" Type="http://schemas.openxmlformats.org/officeDocument/2006/relationships/slideLayout" Target="../slideLayouts/slideLayout323.xml"/><Relationship Id="rId4" Type="http://schemas.openxmlformats.org/officeDocument/2006/relationships/slideLayout" Target="../slideLayouts/slideLayout317.xml"/><Relationship Id="rId9" Type="http://schemas.openxmlformats.org/officeDocument/2006/relationships/slideLayout" Target="../slideLayouts/slideLayout322.xml"/><Relationship Id="rId14" Type="http://schemas.openxmlformats.org/officeDocument/2006/relationships/image" Target="../media/image11.png"/></Relationships>
</file>

<file path=ppt/slideMasters/_rels/slideMaster3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2.xml"/><Relationship Id="rId13" Type="http://schemas.openxmlformats.org/officeDocument/2006/relationships/image" Target="../media/image17.jpeg"/><Relationship Id="rId3" Type="http://schemas.openxmlformats.org/officeDocument/2006/relationships/slideLayout" Target="../slideLayouts/slideLayout327.xml"/><Relationship Id="rId7" Type="http://schemas.openxmlformats.org/officeDocument/2006/relationships/slideLayout" Target="../slideLayouts/slideLayout331.xml"/><Relationship Id="rId12" Type="http://schemas.openxmlformats.org/officeDocument/2006/relationships/theme" Target="../theme/theme30.xml"/><Relationship Id="rId2" Type="http://schemas.openxmlformats.org/officeDocument/2006/relationships/slideLayout" Target="../slideLayouts/slideLayout326.xml"/><Relationship Id="rId1" Type="http://schemas.openxmlformats.org/officeDocument/2006/relationships/slideLayout" Target="../slideLayouts/slideLayout325.xml"/><Relationship Id="rId6" Type="http://schemas.openxmlformats.org/officeDocument/2006/relationships/slideLayout" Target="../slideLayouts/slideLayout330.xml"/><Relationship Id="rId11" Type="http://schemas.openxmlformats.org/officeDocument/2006/relationships/slideLayout" Target="../slideLayouts/slideLayout335.xml"/><Relationship Id="rId5" Type="http://schemas.openxmlformats.org/officeDocument/2006/relationships/slideLayout" Target="../slideLayouts/slideLayout329.xml"/><Relationship Id="rId10" Type="http://schemas.openxmlformats.org/officeDocument/2006/relationships/slideLayout" Target="../slideLayouts/slideLayout334.xml"/><Relationship Id="rId4" Type="http://schemas.openxmlformats.org/officeDocument/2006/relationships/slideLayout" Target="../slideLayouts/slideLayout328.xml"/><Relationship Id="rId9" Type="http://schemas.openxmlformats.org/officeDocument/2006/relationships/slideLayout" Target="../slideLayouts/slideLayout333.xml"/><Relationship Id="rId14" Type="http://schemas.openxmlformats.org/officeDocument/2006/relationships/image" Target="../media/image11.png"/></Relationships>
</file>

<file path=ppt/slideMasters/_rels/slideMaster3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3.xml"/><Relationship Id="rId13" Type="http://schemas.openxmlformats.org/officeDocument/2006/relationships/image" Target="../media/image18.jpeg"/><Relationship Id="rId3" Type="http://schemas.openxmlformats.org/officeDocument/2006/relationships/slideLayout" Target="../slideLayouts/slideLayout338.xml"/><Relationship Id="rId7" Type="http://schemas.openxmlformats.org/officeDocument/2006/relationships/slideLayout" Target="../slideLayouts/slideLayout342.xml"/><Relationship Id="rId12" Type="http://schemas.openxmlformats.org/officeDocument/2006/relationships/theme" Target="../theme/theme31.xml"/><Relationship Id="rId2" Type="http://schemas.openxmlformats.org/officeDocument/2006/relationships/slideLayout" Target="../slideLayouts/slideLayout337.xml"/><Relationship Id="rId1" Type="http://schemas.openxmlformats.org/officeDocument/2006/relationships/slideLayout" Target="../slideLayouts/slideLayout336.xml"/><Relationship Id="rId6" Type="http://schemas.openxmlformats.org/officeDocument/2006/relationships/slideLayout" Target="../slideLayouts/slideLayout341.xml"/><Relationship Id="rId11" Type="http://schemas.openxmlformats.org/officeDocument/2006/relationships/slideLayout" Target="../slideLayouts/slideLayout346.xml"/><Relationship Id="rId5" Type="http://schemas.openxmlformats.org/officeDocument/2006/relationships/slideLayout" Target="../slideLayouts/slideLayout340.xml"/><Relationship Id="rId10" Type="http://schemas.openxmlformats.org/officeDocument/2006/relationships/slideLayout" Target="../slideLayouts/slideLayout345.xml"/><Relationship Id="rId4" Type="http://schemas.openxmlformats.org/officeDocument/2006/relationships/slideLayout" Target="../slideLayouts/slideLayout339.xml"/><Relationship Id="rId9" Type="http://schemas.openxmlformats.org/officeDocument/2006/relationships/slideLayout" Target="../slideLayouts/slideLayout344.xml"/><Relationship Id="rId14" Type="http://schemas.openxmlformats.org/officeDocument/2006/relationships/image" Target="../media/image1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4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430213"/>
            <a:ext cx="7416800" cy="766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1484313"/>
            <a:ext cx="7416800" cy="5113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637DFBC6-1925-4C79-AFB2-0D37AEDDBAAF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02312AFE-2B24-4DEE-9841-8A698EF05F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0" r:id="rId1"/>
    <p:sldLayoutId id="2147483844" r:id="rId2"/>
    <p:sldLayoutId id="2147483845" r:id="rId3"/>
    <p:sldLayoutId id="2147483846" r:id="rId4"/>
    <p:sldLayoutId id="2147483847" r:id="rId5"/>
    <p:sldLayoutId id="2147483848" r:id="rId6"/>
    <p:sldLayoutId id="2147483849" r:id="rId7"/>
    <p:sldLayoutId id="2147483850" r:id="rId8"/>
    <p:sldLayoutId id="2147483851" r:id="rId9"/>
    <p:sldLayoutId id="2147483852" r:id="rId10"/>
    <p:sldLayoutId id="2147483853" r:id="rId11"/>
    <p:sldLayoutId id="2147483854" r:id="rId12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4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55" r:id="rId1"/>
    <p:sldLayoutId id="2147483856" r:id="rId2"/>
    <p:sldLayoutId id="2147483857" r:id="rId3"/>
    <p:sldLayoutId id="2147483858" r:id="rId4"/>
    <p:sldLayoutId id="2147483859" r:id="rId5"/>
    <p:sldLayoutId id="2147483860" r:id="rId6"/>
    <p:sldLayoutId id="2147483861" r:id="rId7"/>
    <p:sldLayoutId id="2147483862" r:id="rId8"/>
    <p:sldLayoutId id="2147483863" r:id="rId9"/>
    <p:sldLayoutId id="2147483864" r:id="rId10"/>
    <p:sldLayoutId id="2147483865" r:id="rId11"/>
    <p:sldLayoutId id="2147484021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66" r:id="rId1"/>
    <p:sldLayoutId id="2147483867" r:id="rId2"/>
    <p:sldLayoutId id="2147483868" r:id="rId3"/>
    <p:sldLayoutId id="2147483869" r:id="rId4"/>
    <p:sldLayoutId id="2147483870" r:id="rId5"/>
    <p:sldLayoutId id="2147483871" r:id="rId6"/>
    <p:sldLayoutId id="2147483872" r:id="rId7"/>
    <p:sldLayoutId id="2147483873" r:id="rId8"/>
    <p:sldLayoutId id="2147483874" r:id="rId9"/>
    <p:sldLayoutId id="2147483875" r:id="rId10"/>
    <p:sldLayoutId id="2147483876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Palatino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Palatino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Palatino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Palatino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Palatino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Palatino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Palatino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Palatino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808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C7F06D9F-07D1-49CF-BC20-2FA8E6D697E8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CD5C29D1-055C-44C7-B20E-0A8A5728F9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808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15155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4B4989DE-FA58-4E64-96ED-4683E0FF4BF2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151557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C4C040D4-5F81-40F9-8641-CDD730C14B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808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15258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8160B49E-AC8E-4798-ABFA-A87AC6F99DED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152581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1E401605-01EE-4C0D-AAA6-904683CAEE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9" r:id="rId1"/>
    <p:sldLayoutId id="2147483900" r:id="rId2"/>
    <p:sldLayoutId id="2147483901" r:id="rId3"/>
    <p:sldLayoutId id="2147483902" r:id="rId4"/>
    <p:sldLayoutId id="2147483903" r:id="rId5"/>
    <p:sldLayoutId id="2147483904" r:id="rId6"/>
    <p:sldLayoutId id="2147483905" r:id="rId7"/>
    <p:sldLayoutId id="2147483906" r:id="rId8"/>
    <p:sldLayoutId id="2147483907" r:id="rId9"/>
    <p:sldLayoutId id="2147483908" r:id="rId10"/>
    <p:sldLayoutId id="2147483909" r:id="rId11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808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15360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4F2B258B-BD5C-46A4-9E59-5D933CF6C2A3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15360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6CF6B704-EF6F-4928-9B74-393BF154E8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0" r:id="rId1"/>
    <p:sldLayoutId id="2147483911" r:id="rId2"/>
    <p:sldLayoutId id="2147483912" r:id="rId3"/>
    <p:sldLayoutId id="2147483913" r:id="rId4"/>
    <p:sldLayoutId id="2147483914" r:id="rId5"/>
    <p:sldLayoutId id="2147483915" r:id="rId6"/>
    <p:sldLayoutId id="2147483916" r:id="rId7"/>
    <p:sldLayoutId id="2147483917" r:id="rId8"/>
    <p:sldLayoutId id="2147483918" r:id="rId9"/>
    <p:sldLayoutId id="2147483919" r:id="rId10"/>
    <p:sldLayoutId id="2147483920" r:id="rId11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808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1546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E6CB1641-2BAB-4A6E-8CCA-B0E8150241A0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154629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D23A19A5-DDB7-4EB0-915A-B19ED73C05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1" r:id="rId1"/>
    <p:sldLayoutId id="2147483922" r:id="rId2"/>
    <p:sldLayoutId id="2147483923" r:id="rId3"/>
    <p:sldLayoutId id="2147483924" r:id="rId4"/>
    <p:sldLayoutId id="2147483925" r:id="rId5"/>
    <p:sldLayoutId id="2147483926" r:id="rId6"/>
    <p:sldLayoutId id="2147483927" r:id="rId7"/>
    <p:sldLayoutId id="2147483928" r:id="rId8"/>
    <p:sldLayoutId id="2147483929" r:id="rId9"/>
    <p:sldLayoutId id="2147483930" r:id="rId10"/>
    <p:sldLayoutId id="2147483931" r:id="rId11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808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15565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DA769AE8-BE6B-4071-9351-FE4B1B3FA069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155653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B5638B4A-15E7-49E2-B6B1-7ECA6A855B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2" r:id="rId1"/>
    <p:sldLayoutId id="2147483933" r:id="rId2"/>
    <p:sldLayoutId id="2147483934" r:id="rId3"/>
    <p:sldLayoutId id="2147483935" r:id="rId4"/>
    <p:sldLayoutId id="2147483936" r:id="rId5"/>
    <p:sldLayoutId id="2147483937" r:id="rId6"/>
    <p:sldLayoutId id="2147483938" r:id="rId7"/>
    <p:sldLayoutId id="2147483939" r:id="rId8"/>
    <p:sldLayoutId id="2147483940" r:id="rId9"/>
    <p:sldLayoutId id="2147483941" r:id="rId10"/>
    <p:sldLayoutId id="2147483942" r:id="rId11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430213"/>
            <a:ext cx="7416800" cy="766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1484313"/>
            <a:ext cx="7416800" cy="482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20685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41699E50-73A7-495B-9D24-F0279931929E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206853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F88B5BEA-2C01-4E3D-BA7D-BFA6402CB6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4342" name="Picture 6" descr="UVT_Logo_creme_eng"/>
          <p:cNvPicPr>
            <a:picLocks noChangeAspect="1" noChangeArrowheads="1"/>
          </p:cNvPicPr>
          <p:nvPr/>
        </p:nvPicPr>
        <p:blipFill>
          <a:blip r:embed="rId14" cstate="print"/>
          <a:srcRect l="4784" t="20068" r="2734" b="5017"/>
          <a:stretch>
            <a:fillRect/>
          </a:stretch>
        </p:blipFill>
        <p:spPr bwMode="auto">
          <a:xfrm>
            <a:off x="7289800" y="6327775"/>
            <a:ext cx="1598613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3" r:id="rId1"/>
    <p:sldLayoutId id="2147483944" r:id="rId2"/>
    <p:sldLayoutId id="2147483945" r:id="rId3"/>
    <p:sldLayoutId id="2147483946" r:id="rId4"/>
    <p:sldLayoutId id="2147483947" r:id="rId5"/>
    <p:sldLayoutId id="2147483948" r:id="rId6"/>
    <p:sldLayoutId id="2147483949" r:id="rId7"/>
    <p:sldLayoutId id="2147483950" r:id="rId8"/>
    <p:sldLayoutId id="2147483951" r:id="rId9"/>
    <p:sldLayoutId id="2147483952" r:id="rId10"/>
    <p:sldLayoutId id="2147483953" r:id="rId11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519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2089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38D4302C-A6B7-4680-B2D3-125455974BA7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208901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60D08127-A3F9-49B5-A42F-C1FA9B9E0F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5366" name="Picture 6" descr="UVT_Logo_creme_eng"/>
          <p:cNvPicPr>
            <a:picLocks noChangeAspect="1" noChangeArrowheads="1"/>
          </p:cNvPicPr>
          <p:nvPr/>
        </p:nvPicPr>
        <p:blipFill>
          <a:blip r:embed="rId14" cstate="print"/>
          <a:srcRect l="4784" t="20068" r="2734" b="5017"/>
          <a:stretch>
            <a:fillRect/>
          </a:stretch>
        </p:blipFill>
        <p:spPr bwMode="auto">
          <a:xfrm>
            <a:off x="7289800" y="6327775"/>
            <a:ext cx="1598613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54" r:id="rId1"/>
    <p:sldLayoutId id="2147483955" r:id="rId2"/>
    <p:sldLayoutId id="2147483956" r:id="rId3"/>
    <p:sldLayoutId id="2147483957" r:id="rId4"/>
    <p:sldLayoutId id="2147483958" r:id="rId5"/>
    <p:sldLayoutId id="2147483959" r:id="rId6"/>
    <p:sldLayoutId id="2147483960" r:id="rId7"/>
    <p:sldLayoutId id="2147483961" r:id="rId8"/>
    <p:sldLayoutId id="2147483962" r:id="rId9"/>
    <p:sldLayoutId id="2147483963" r:id="rId10"/>
    <p:sldLayoutId id="2147483964" r:id="rId11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519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20992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5ADBEFE8-FC29-4091-87DA-AC825D0552F5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20992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0EF73624-553A-4997-A377-41BA1A70BE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6390" name="Picture 6" descr="UVT_Logo_creme_eng"/>
          <p:cNvPicPr>
            <a:picLocks noChangeAspect="1" noChangeArrowheads="1"/>
          </p:cNvPicPr>
          <p:nvPr/>
        </p:nvPicPr>
        <p:blipFill>
          <a:blip r:embed="rId14" cstate="print"/>
          <a:srcRect l="4784" t="20068" r="2734" b="5017"/>
          <a:stretch>
            <a:fillRect/>
          </a:stretch>
        </p:blipFill>
        <p:spPr bwMode="auto">
          <a:xfrm>
            <a:off x="7289800" y="6327775"/>
            <a:ext cx="1598613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65" r:id="rId1"/>
    <p:sldLayoutId id="2147483966" r:id="rId2"/>
    <p:sldLayoutId id="2147483967" r:id="rId3"/>
    <p:sldLayoutId id="2147483968" r:id="rId4"/>
    <p:sldLayoutId id="2147483969" r:id="rId5"/>
    <p:sldLayoutId id="2147483970" r:id="rId6"/>
    <p:sldLayoutId id="2147483971" r:id="rId7"/>
    <p:sldLayoutId id="2147483972" r:id="rId8"/>
    <p:sldLayoutId id="2147483973" r:id="rId9"/>
    <p:sldLayoutId id="2147483974" r:id="rId10"/>
    <p:sldLayoutId id="2147483975" r:id="rId11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519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21094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EA2770E4-B88B-4F16-AE28-01B122443AEA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210949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BB45EC8D-B6BF-4E80-B782-21A2E262CA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7414" name="Picture 6" descr="UVT_Logo_creme_eng"/>
          <p:cNvPicPr>
            <a:picLocks noChangeAspect="1" noChangeArrowheads="1"/>
          </p:cNvPicPr>
          <p:nvPr/>
        </p:nvPicPr>
        <p:blipFill>
          <a:blip r:embed="rId14" cstate="print"/>
          <a:srcRect l="4784" t="20068" r="2734" b="5017"/>
          <a:stretch>
            <a:fillRect/>
          </a:stretch>
        </p:blipFill>
        <p:spPr bwMode="auto">
          <a:xfrm>
            <a:off x="7289800" y="6327775"/>
            <a:ext cx="1598613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76" r:id="rId1"/>
    <p:sldLayoutId id="2147483977" r:id="rId2"/>
    <p:sldLayoutId id="2147483978" r:id="rId3"/>
    <p:sldLayoutId id="2147483979" r:id="rId4"/>
    <p:sldLayoutId id="2147483980" r:id="rId5"/>
    <p:sldLayoutId id="2147483981" r:id="rId6"/>
    <p:sldLayoutId id="2147483982" r:id="rId7"/>
    <p:sldLayoutId id="2147483983" r:id="rId8"/>
    <p:sldLayoutId id="2147483984" r:id="rId9"/>
    <p:sldLayoutId id="2147483985" r:id="rId10"/>
    <p:sldLayoutId id="2147483986" r:id="rId11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519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21197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BD3AE44E-EFD3-4065-9FC4-DADF38A0CAE5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211973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55AAC212-9A02-4195-B629-3D5D0448847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8438" name="Picture 6" descr="UVT_Logo_creme_eng"/>
          <p:cNvPicPr>
            <a:picLocks noChangeAspect="1" noChangeArrowheads="1"/>
          </p:cNvPicPr>
          <p:nvPr/>
        </p:nvPicPr>
        <p:blipFill>
          <a:blip r:embed="rId14" cstate="print"/>
          <a:srcRect l="4784" t="20068" r="2734" b="5017"/>
          <a:stretch>
            <a:fillRect/>
          </a:stretch>
        </p:blipFill>
        <p:spPr bwMode="auto">
          <a:xfrm>
            <a:off x="7289800" y="6327775"/>
            <a:ext cx="1598613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87" r:id="rId1"/>
    <p:sldLayoutId id="2147483988" r:id="rId2"/>
    <p:sldLayoutId id="2147483989" r:id="rId3"/>
    <p:sldLayoutId id="2147483990" r:id="rId4"/>
    <p:sldLayoutId id="2147483991" r:id="rId5"/>
    <p:sldLayoutId id="2147483992" r:id="rId6"/>
    <p:sldLayoutId id="2147483993" r:id="rId7"/>
    <p:sldLayoutId id="2147483994" r:id="rId8"/>
    <p:sldLayoutId id="2147483995" r:id="rId9"/>
    <p:sldLayoutId id="2147483996" r:id="rId10"/>
    <p:sldLayoutId id="2147483997" r:id="rId11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519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21299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2B260C58-4A4A-400D-A7A4-5117ABAA020C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212997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49F33446-2D04-4484-9DFB-DF1BC781821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9462" name="Picture 6" descr="UVT_Logo_creme_eng"/>
          <p:cNvPicPr>
            <a:picLocks noChangeAspect="1" noChangeArrowheads="1"/>
          </p:cNvPicPr>
          <p:nvPr/>
        </p:nvPicPr>
        <p:blipFill>
          <a:blip r:embed="rId14" cstate="print"/>
          <a:srcRect l="4784" t="20068" r="2734" b="5017"/>
          <a:stretch>
            <a:fillRect/>
          </a:stretch>
        </p:blipFill>
        <p:spPr bwMode="auto">
          <a:xfrm>
            <a:off x="7289800" y="6327775"/>
            <a:ext cx="1598613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98" r:id="rId1"/>
    <p:sldLayoutId id="2147483999" r:id="rId2"/>
    <p:sldLayoutId id="2147484000" r:id="rId3"/>
    <p:sldLayoutId id="2147484001" r:id="rId4"/>
    <p:sldLayoutId id="2147484002" r:id="rId5"/>
    <p:sldLayoutId id="2147484003" r:id="rId6"/>
    <p:sldLayoutId id="2147484004" r:id="rId7"/>
    <p:sldLayoutId id="2147484005" r:id="rId8"/>
    <p:sldLayoutId id="2147484006" r:id="rId9"/>
    <p:sldLayoutId id="2147484007" r:id="rId10"/>
    <p:sldLayoutId id="2147484008" r:id="rId11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519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2140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ED4CDDE3-B71D-4B38-9306-DE36C2136F27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214021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994053DE-7583-4294-9C9C-424F9E484C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20486" name="Picture 6" descr="UVT_Logo_creme_eng"/>
          <p:cNvPicPr>
            <a:picLocks noChangeAspect="1" noChangeArrowheads="1"/>
          </p:cNvPicPr>
          <p:nvPr/>
        </p:nvPicPr>
        <p:blipFill>
          <a:blip r:embed="rId14" cstate="print"/>
          <a:srcRect l="4784" t="20068" r="2734" b="5017"/>
          <a:stretch>
            <a:fillRect/>
          </a:stretch>
        </p:blipFill>
        <p:spPr bwMode="auto">
          <a:xfrm>
            <a:off x="7289800" y="6327775"/>
            <a:ext cx="1598613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9" r:id="rId1"/>
    <p:sldLayoutId id="2147484010" r:id="rId2"/>
    <p:sldLayoutId id="2147484011" r:id="rId3"/>
    <p:sldLayoutId id="2147484012" r:id="rId4"/>
    <p:sldLayoutId id="2147484013" r:id="rId5"/>
    <p:sldLayoutId id="2147484014" r:id="rId6"/>
    <p:sldLayoutId id="2147484015" r:id="rId7"/>
    <p:sldLayoutId id="2147484016" r:id="rId8"/>
    <p:sldLayoutId id="2147484017" r:id="rId9"/>
    <p:sldLayoutId id="2147484018" r:id="rId10"/>
    <p:sldLayoutId id="2147484019" r:id="rId11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4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430213"/>
            <a:ext cx="7416800" cy="766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1484313"/>
            <a:ext cx="7416800" cy="5113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425FF88D-6E30-4BB0-81EF-71AA710B91E7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fld id="{D7379438-BC30-44EE-9DE2-514A578FACC4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3" r:id="rId1"/>
    <p:sldLayoutId id="2147484024" r:id="rId2"/>
    <p:sldLayoutId id="2147484025" r:id="rId3"/>
    <p:sldLayoutId id="2147484026" r:id="rId4"/>
    <p:sldLayoutId id="2147484027" r:id="rId5"/>
    <p:sldLayoutId id="2147484028" r:id="rId6"/>
    <p:sldLayoutId id="2147484029" r:id="rId7"/>
    <p:sldLayoutId id="2147484030" r:id="rId8"/>
    <p:sldLayoutId id="2147484031" r:id="rId9"/>
    <p:sldLayoutId id="2147484032" r:id="rId10"/>
    <p:sldLayoutId id="2147484033" r:id="rId11"/>
    <p:sldLayoutId id="2147484204" r:id="rId12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4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4035" r:id="rId1"/>
    <p:sldLayoutId id="2147484036" r:id="rId2"/>
    <p:sldLayoutId id="2147484037" r:id="rId3"/>
    <p:sldLayoutId id="2147484038" r:id="rId4"/>
    <p:sldLayoutId id="2147484039" r:id="rId5"/>
    <p:sldLayoutId id="2147484040" r:id="rId6"/>
    <p:sldLayoutId id="2147484041" r:id="rId7"/>
    <p:sldLayoutId id="2147484042" r:id="rId8"/>
    <p:sldLayoutId id="2147484043" r:id="rId9"/>
    <p:sldLayoutId id="2147484044" r:id="rId10"/>
    <p:sldLayoutId id="2147484045" r:id="rId11"/>
    <p:sldLayoutId id="2147484205" r:id="rId12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Palatino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Palatino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Palatino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Palatino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Palatino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Palatino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Palatino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Palatino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4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14950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808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50D7F20D-1D8C-45A5-AF4C-79839F134625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fld id="{A849404D-87D7-443F-A519-CBB7E5A14220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47" r:id="rId1"/>
    <p:sldLayoutId id="2147484048" r:id="rId2"/>
    <p:sldLayoutId id="2147484049" r:id="rId3"/>
    <p:sldLayoutId id="2147484050" r:id="rId4"/>
    <p:sldLayoutId id="2147484051" r:id="rId5"/>
    <p:sldLayoutId id="2147484052" r:id="rId6"/>
    <p:sldLayoutId id="2147484053" r:id="rId7"/>
    <p:sldLayoutId id="2147484054" r:id="rId8"/>
    <p:sldLayoutId id="2147484055" r:id="rId9"/>
    <p:sldLayoutId id="2147484056" r:id="rId10"/>
    <p:sldLayoutId id="2147484057" r:id="rId11"/>
    <p:sldLayoutId id="2147484202" r:id="rId12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1515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808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15155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B468C86D-14BD-445D-B12D-6DDDED544A16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151557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fld id="{AC637807-5CDB-463E-BF33-28134F84E17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59" r:id="rId1"/>
    <p:sldLayoutId id="2147484060" r:id="rId2"/>
    <p:sldLayoutId id="2147484061" r:id="rId3"/>
    <p:sldLayoutId id="2147484062" r:id="rId4"/>
    <p:sldLayoutId id="2147484063" r:id="rId5"/>
    <p:sldLayoutId id="2147484064" r:id="rId6"/>
    <p:sldLayoutId id="2147484065" r:id="rId7"/>
    <p:sldLayoutId id="2147484066" r:id="rId8"/>
    <p:sldLayoutId id="2147484067" r:id="rId9"/>
    <p:sldLayoutId id="2147484068" r:id="rId10"/>
    <p:sldLayoutId id="2147484069" r:id="rId11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1525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808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15258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FF42F45F-7542-4BEB-B65A-9B023A0E7573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152581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fld id="{2307A2AD-6B73-4AA4-9CE4-4C9C140B4CF4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71" r:id="rId1"/>
    <p:sldLayoutId id="2147484072" r:id="rId2"/>
    <p:sldLayoutId id="2147484073" r:id="rId3"/>
    <p:sldLayoutId id="2147484074" r:id="rId4"/>
    <p:sldLayoutId id="2147484075" r:id="rId5"/>
    <p:sldLayoutId id="2147484076" r:id="rId6"/>
    <p:sldLayoutId id="2147484077" r:id="rId7"/>
    <p:sldLayoutId id="2147484078" r:id="rId8"/>
    <p:sldLayoutId id="2147484079" r:id="rId9"/>
    <p:sldLayoutId id="2147484080" r:id="rId10"/>
    <p:sldLayoutId id="2147484081" r:id="rId11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15360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808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15360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BA919821-421F-4F0D-BCAD-80E09BE3CFFD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15360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fld id="{910D3A82-6BB4-46B6-9E8F-090B040C3320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83" r:id="rId1"/>
    <p:sldLayoutId id="2147484084" r:id="rId2"/>
    <p:sldLayoutId id="2147484085" r:id="rId3"/>
    <p:sldLayoutId id="2147484086" r:id="rId4"/>
    <p:sldLayoutId id="2147484087" r:id="rId5"/>
    <p:sldLayoutId id="2147484088" r:id="rId6"/>
    <p:sldLayoutId id="2147484089" r:id="rId7"/>
    <p:sldLayoutId id="2147484090" r:id="rId8"/>
    <p:sldLayoutId id="2147484091" r:id="rId9"/>
    <p:sldLayoutId id="2147484092" r:id="rId10"/>
    <p:sldLayoutId id="2147484093" r:id="rId11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1546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808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1546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B54DF59E-0875-465C-9A4D-BA0197E0C876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154629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fld id="{753A83A1-1555-48E8-8D28-5B87EA7A529D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95" r:id="rId1"/>
    <p:sldLayoutId id="2147484096" r:id="rId2"/>
    <p:sldLayoutId id="2147484097" r:id="rId3"/>
    <p:sldLayoutId id="2147484098" r:id="rId4"/>
    <p:sldLayoutId id="2147484099" r:id="rId5"/>
    <p:sldLayoutId id="2147484100" r:id="rId6"/>
    <p:sldLayoutId id="2147484101" r:id="rId7"/>
    <p:sldLayoutId id="2147484102" r:id="rId8"/>
    <p:sldLayoutId id="2147484103" r:id="rId9"/>
    <p:sldLayoutId id="2147484104" r:id="rId10"/>
    <p:sldLayoutId id="2147484105" r:id="rId11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1556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808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15565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16959C9A-86FF-4193-8DBB-629A2ACB7217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155653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fld id="{4C02A5E7-F3A5-4617-8AE3-D26B3EDB835D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07" r:id="rId1"/>
    <p:sldLayoutId id="2147484108" r:id="rId2"/>
    <p:sldLayoutId id="2147484109" r:id="rId3"/>
    <p:sldLayoutId id="2147484110" r:id="rId4"/>
    <p:sldLayoutId id="2147484111" r:id="rId5"/>
    <p:sldLayoutId id="2147484112" r:id="rId6"/>
    <p:sldLayoutId id="2147484113" r:id="rId7"/>
    <p:sldLayoutId id="2147484114" r:id="rId8"/>
    <p:sldLayoutId id="2147484115" r:id="rId9"/>
    <p:sldLayoutId id="2147484116" r:id="rId10"/>
    <p:sldLayoutId id="2147484117" r:id="rId11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430213"/>
            <a:ext cx="7416800" cy="766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2058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1484313"/>
            <a:ext cx="7416800" cy="482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2058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019050F8-0CBC-483C-995D-4E37A3A8FD34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205829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fld id="{B6057CD2-9F89-4D3C-8E32-F67817E2556B}" type="slidenum">
              <a:rPr lang="en-US"/>
              <a:pPr/>
              <a:t>‹#›</a:t>
            </a:fld>
            <a:endParaRPr lang="en-US"/>
          </a:p>
        </p:txBody>
      </p:sp>
      <p:pic>
        <p:nvPicPr>
          <p:cNvPr id="205830" name="Picture 6" descr="UVT_Logo_creme_eng"/>
          <p:cNvPicPr>
            <a:picLocks noChangeAspect="1" noChangeArrowheads="1"/>
          </p:cNvPicPr>
          <p:nvPr/>
        </p:nvPicPr>
        <p:blipFill>
          <a:blip r:embed="rId14" cstate="print"/>
          <a:srcRect l="4784" t="20068" r="2734" b="5017"/>
          <a:stretch>
            <a:fillRect/>
          </a:stretch>
        </p:blipFill>
        <p:spPr bwMode="auto">
          <a:xfrm>
            <a:off x="7289800" y="6327775"/>
            <a:ext cx="1598613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19" r:id="rId1"/>
    <p:sldLayoutId id="2147484120" r:id="rId2"/>
    <p:sldLayoutId id="2147484121" r:id="rId3"/>
    <p:sldLayoutId id="2147484122" r:id="rId4"/>
    <p:sldLayoutId id="2147484123" r:id="rId5"/>
    <p:sldLayoutId id="2147484124" r:id="rId6"/>
    <p:sldLayoutId id="2147484125" r:id="rId7"/>
    <p:sldLayoutId id="2147484126" r:id="rId8"/>
    <p:sldLayoutId id="2147484127" r:id="rId9"/>
    <p:sldLayoutId id="2147484128" r:id="rId10"/>
    <p:sldLayoutId id="2147484129" r:id="rId11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2078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519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2078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EA5CDB4A-413D-4DF3-9961-6832234D836E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207877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fld id="{AF249A2A-F27E-4D4A-B5D7-9565E05FEE78}" type="slidenum">
              <a:rPr lang="en-US"/>
              <a:pPr/>
              <a:t>‹#›</a:t>
            </a:fld>
            <a:endParaRPr lang="en-US"/>
          </a:p>
        </p:txBody>
      </p:sp>
      <p:pic>
        <p:nvPicPr>
          <p:cNvPr id="207879" name="Picture 7" descr="UVT_Logo_creme_eng"/>
          <p:cNvPicPr>
            <a:picLocks noChangeAspect="1" noChangeArrowheads="1"/>
          </p:cNvPicPr>
          <p:nvPr/>
        </p:nvPicPr>
        <p:blipFill>
          <a:blip r:embed="rId14" cstate="print"/>
          <a:srcRect l="4784" t="20068" r="2734" b="5017"/>
          <a:stretch>
            <a:fillRect/>
          </a:stretch>
        </p:blipFill>
        <p:spPr bwMode="auto">
          <a:xfrm>
            <a:off x="7289800" y="6327775"/>
            <a:ext cx="1598613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31" r:id="rId1"/>
    <p:sldLayoutId id="2147484132" r:id="rId2"/>
    <p:sldLayoutId id="2147484133" r:id="rId3"/>
    <p:sldLayoutId id="2147484134" r:id="rId4"/>
    <p:sldLayoutId id="2147484135" r:id="rId5"/>
    <p:sldLayoutId id="2147484136" r:id="rId6"/>
    <p:sldLayoutId id="2147484137" r:id="rId7"/>
    <p:sldLayoutId id="2147484138" r:id="rId8"/>
    <p:sldLayoutId id="2147484139" r:id="rId9"/>
    <p:sldLayoutId id="2147484140" r:id="rId10"/>
    <p:sldLayoutId id="2147484141" r:id="rId11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2088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519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2089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32E0C72D-113C-4B78-9ECF-FF8EE13BA213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208901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fld id="{0CEB931A-0C21-45D9-9788-8FE4642BB037}" type="slidenum">
              <a:rPr lang="en-US"/>
              <a:pPr/>
              <a:t>‹#›</a:t>
            </a:fld>
            <a:endParaRPr lang="en-US"/>
          </a:p>
        </p:txBody>
      </p:sp>
      <p:pic>
        <p:nvPicPr>
          <p:cNvPr id="208903" name="Picture 7" descr="UVT_Logo_creme_eng"/>
          <p:cNvPicPr>
            <a:picLocks noChangeAspect="1" noChangeArrowheads="1"/>
          </p:cNvPicPr>
          <p:nvPr/>
        </p:nvPicPr>
        <p:blipFill>
          <a:blip r:embed="rId14" cstate="print"/>
          <a:srcRect l="4784" t="20068" r="2734" b="5017"/>
          <a:stretch>
            <a:fillRect/>
          </a:stretch>
        </p:blipFill>
        <p:spPr bwMode="auto">
          <a:xfrm>
            <a:off x="7289800" y="6327775"/>
            <a:ext cx="1598613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3" r:id="rId1"/>
    <p:sldLayoutId id="2147484144" r:id="rId2"/>
    <p:sldLayoutId id="2147484145" r:id="rId3"/>
    <p:sldLayoutId id="2147484146" r:id="rId4"/>
    <p:sldLayoutId id="2147484147" r:id="rId5"/>
    <p:sldLayoutId id="2147484148" r:id="rId6"/>
    <p:sldLayoutId id="2147484149" r:id="rId7"/>
    <p:sldLayoutId id="2147484150" r:id="rId8"/>
    <p:sldLayoutId id="2147484151" r:id="rId9"/>
    <p:sldLayoutId id="2147484152" r:id="rId10"/>
    <p:sldLayoutId id="2147484153" r:id="rId11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2099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519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20992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ED421966-8828-4EF1-8BDA-75CC23D5CDBA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20992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fld id="{4C5E5528-FAF9-4DC4-8D6A-32D5758E2360}" type="slidenum">
              <a:rPr lang="en-US"/>
              <a:pPr/>
              <a:t>‹#›</a:t>
            </a:fld>
            <a:endParaRPr lang="en-US"/>
          </a:p>
        </p:txBody>
      </p:sp>
      <p:pic>
        <p:nvPicPr>
          <p:cNvPr id="209927" name="Picture 7" descr="UVT_Logo_creme_eng"/>
          <p:cNvPicPr>
            <a:picLocks noChangeAspect="1" noChangeArrowheads="1"/>
          </p:cNvPicPr>
          <p:nvPr/>
        </p:nvPicPr>
        <p:blipFill>
          <a:blip r:embed="rId14" cstate="print"/>
          <a:srcRect l="4784" t="20068" r="2734" b="5017"/>
          <a:stretch>
            <a:fillRect/>
          </a:stretch>
        </p:blipFill>
        <p:spPr bwMode="auto">
          <a:xfrm>
            <a:off x="7289800" y="6327775"/>
            <a:ext cx="1598613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55" r:id="rId1"/>
    <p:sldLayoutId id="2147484156" r:id="rId2"/>
    <p:sldLayoutId id="2147484157" r:id="rId3"/>
    <p:sldLayoutId id="2147484158" r:id="rId4"/>
    <p:sldLayoutId id="2147484159" r:id="rId5"/>
    <p:sldLayoutId id="2147484160" r:id="rId6"/>
    <p:sldLayoutId id="2147484161" r:id="rId7"/>
    <p:sldLayoutId id="2147484162" r:id="rId8"/>
    <p:sldLayoutId id="2147484163" r:id="rId9"/>
    <p:sldLayoutId id="2147484164" r:id="rId10"/>
    <p:sldLayoutId id="2147484165" r:id="rId11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210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519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21094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82B72B27-3629-43BF-BD0A-151A5D58117B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210949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fld id="{6159FA4D-49EB-4718-A724-F8786ECD68C7}" type="slidenum">
              <a:rPr lang="en-US"/>
              <a:pPr/>
              <a:t>‹#›</a:t>
            </a:fld>
            <a:endParaRPr lang="en-US"/>
          </a:p>
        </p:txBody>
      </p:sp>
      <p:pic>
        <p:nvPicPr>
          <p:cNvPr id="210951" name="Picture 7" descr="UVT_Logo_creme_eng"/>
          <p:cNvPicPr>
            <a:picLocks noChangeAspect="1" noChangeArrowheads="1"/>
          </p:cNvPicPr>
          <p:nvPr/>
        </p:nvPicPr>
        <p:blipFill>
          <a:blip r:embed="rId14" cstate="print"/>
          <a:srcRect l="4784" t="20068" r="2734" b="5017"/>
          <a:stretch>
            <a:fillRect/>
          </a:stretch>
        </p:blipFill>
        <p:spPr bwMode="auto">
          <a:xfrm>
            <a:off x="7289800" y="6327775"/>
            <a:ext cx="1598613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67" r:id="rId1"/>
    <p:sldLayoutId id="2147484168" r:id="rId2"/>
    <p:sldLayoutId id="2147484169" r:id="rId3"/>
    <p:sldLayoutId id="2147484170" r:id="rId4"/>
    <p:sldLayoutId id="2147484171" r:id="rId5"/>
    <p:sldLayoutId id="2147484172" r:id="rId6"/>
    <p:sldLayoutId id="2147484173" r:id="rId7"/>
    <p:sldLayoutId id="2147484174" r:id="rId8"/>
    <p:sldLayoutId id="2147484175" r:id="rId9"/>
    <p:sldLayoutId id="2147484176" r:id="rId10"/>
    <p:sldLayoutId id="2147484177" r:id="rId11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2119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519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21197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AB4246D6-F289-4480-B3BE-A47058A969C0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211973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fld id="{93E0EC7C-E5FE-438E-B4BD-DBEED038621E}" type="slidenum">
              <a:rPr lang="en-US"/>
              <a:pPr/>
              <a:t>‹#›</a:t>
            </a:fld>
            <a:endParaRPr lang="en-US"/>
          </a:p>
        </p:txBody>
      </p:sp>
      <p:pic>
        <p:nvPicPr>
          <p:cNvPr id="211975" name="Picture 7" descr="UVT_Logo_creme_eng"/>
          <p:cNvPicPr>
            <a:picLocks noChangeAspect="1" noChangeArrowheads="1"/>
          </p:cNvPicPr>
          <p:nvPr/>
        </p:nvPicPr>
        <p:blipFill>
          <a:blip r:embed="rId14" cstate="print"/>
          <a:srcRect l="4784" t="20068" r="2734" b="5017"/>
          <a:stretch>
            <a:fillRect/>
          </a:stretch>
        </p:blipFill>
        <p:spPr bwMode="auto">
          <a:xfrm>
            <a:off x="7289800" y="6327775"/>
            <a:ext cx="1598613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79" r:id="rId1"/>
    <p:sldLayoutId id="2147484180" r:id="rId2"/>
    <p:sldLayoutId id="2147484181" r:id="rId3"/>
    <p:sldLayoutId id="2147484182" r:id="rId4"/>
    <p:sldLayoutId id="2147484183" r:id="rId5"/>
    <p:sldLayoutId id="2147484184" r:id="rId6"/>
    <p:sldLayoutId id="2147484185" r:id="rId7"/>
    <p:sldLayoutId id="2147484186" r:id="rId8"/>
    <p:sldLayoutId id="2147484187" r:id="rId9"/>
    <p:sldLayoutId id="2147484188" r:id="rId10"/>
    <p:sldLayoutId id="2147484189" r:id="rId11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2129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519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21299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21FCDA39-1FF8-4990-A9CE-F042283933A4}" type="datetime1">
              <a:rPr lang="en-US"/>
              <a:pPr/>
              <a:t>12/6/2010</a:t>
            </a:fld>
            <a:endParaRPr lang="en-US"/>
          </a:p>
        </p:txBody>
      </p:sp>
      <p:sp>
        <p:nvSpPr>
          <p:cNvPr id="212997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fld id="{FDF0EF65-1394-4078-AE7F-DEC4B66E4A28}" type="slidenum">
              <a:rPr lang="en-US"/>
              <a:pPr/>
              <a:t>‹#›</a:t>
            </a:fld>
            <a:endParaRPr lang="en-US"/>
          </a:p>
        </p:txBody>
      </p:sp>
      <p:pic>
        <p:nvPicPr>
          <p:cNvPr id="212999" name="Picture 7" descr="UVT_Logo_creme_eng"/>
          <p:cNvPicPr>
            <a:picLocks noChangeAspect="1" noChangeArrowheads="1"/>
          </p:cNvPicPr>
          <p:nvPr/>
        </p:nvPicPr>
        <p:blipFill>
          <a:blip r:embed="rId14" cstate="print"/>
          <a:srcRect l="4784" t="20068" r="2734" b="5017"/>
          <a:stretch>
            <a:fillRect/>
          </a:stretch>
        </p:blipFill>
        <p:spPr bwMode="auto">
          <a:xfrm>
            <a:off x="7289800" y="6327775"/>
            <a:ext cx="1598613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91" r:id="rId1"/>
    <p:sldLayoutId id="2147484192" r:id="rId2"/>
    <p:sldLayoutId id="2147484193" r:id="rId3"/>
    <p:sldLayoutId id="2147484194" r:id="rId4"/>
    <p:sldLayoutId id="2147484195" r:id="rId5"/>
    <p:sldLayoutId id="2147484196" r:id="rId6"/>
    <p:sldLayoutId id="2147484197" r:id="rId7"/>
    <p:sldLayoutId id="2147484198" r:id="rId8"/>
    <p:sldLayoutId id="2147484199" r:id="rId9"/>
    <p:sldLayoutId id="2147484200" r:id="rId10"/>
    <p:sldLayoutId id="2147484201" r:id="rId11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7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7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7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7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71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71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71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71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71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1.bin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71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3200" dirty="0" smtClean="0"/>
              <a:t>Keeping Up With </a:t>
            </a:r>
            <a:r>
              <a:rPr lang="en-US" sz="3200" dirty="0" err="1" smtClean="0"/>
              <a:t>Questasy</a:t>
            </a:r>
            <a:endParaRPr lang="en-US" sz="3200" dirty="0" smtClean="0"/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555875" y="2500306"/>
            <a:ext cx="6337300" cy="1431932"/>
          </a:xfrm>
        </p:spPr>
        <p:txBody>
          <a:bodyPr/>
          <a:lstStyle/>
          <a:p>
            <a:pPr eaLnBrk="1" hangingPunct="1"/>
            <a:r>
              <a:rPr lang="en-US" dirty="0" smtClean="0"/>
              <a:t>Alerk Amin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FC730F2B-2996-4FD0-8D4F-0A6C51B8CA35}" type="datetime1">
              <a:rPr lang="en-US"/>
              <a:pPr>
                <a:defRPr/>
              </a:pPr>
              <a:t>12/6/2010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CentERdata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Research institute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Tilburg University, Netherlands</a:t>
            </a:r>
          </a:p>
          <a:p>
            <a:pPr lvl="1">
              <a:buFont typeface="Arial" pitchFamily="34" charset="0"/>
              <a:buChar char="•"/>
            </a:pPr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Data collection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Manage several panels</a:t>
            </a:r>
          </a:p>
          <a:p>
            <a:pPr lvl="1">
              <a:buFont typeface="Arial" pitchFamily="34" charset="0"/>
              <a:buChar char="•"/>
            </a:pPr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Quantitative Analysis</a:t>
            </a:r>
          </a:p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Software solutions</a:t>
            </a:r>
            <a:endParaRPr lang="nl-NL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FF82E-66FD-4AED-BCB5-986507DAF01A}" type="datetime1">
              <a:rPr lang="en-US" smtClean="0"/>
              <a:pPr/>
              <a:t>12/6/2010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0D81EF3-0CF4-43B6-B34A-82B2B13BFC5B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Questasy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Web application based on DDI 3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Manages data &amp; metadata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Administrator Interface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Data entry without DDI knowledge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Live in January 2009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Researcher Interface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Browse/search metadata, download data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Live in March 2009</a:t>
            </a:r>
          </a:p>
          <a:p>
            <a:pPr lvl="1">
              <a:buFont typeface="Arial" pitchFamily="34" charset="0"/>
              <a:buChar char="•"/>
            </a:pPr>
            <a:endParaRPr lang="en-US" dirty="0" smtClean="0"/>
          </a:p>
          <a:p>
            <a:pPr>
              <a:buFont typeface="Arial" pitchFamily="34" charset="0"/>
              <a:buChar char="•"/>
            </a:pPr>
            <a:endParaRPr lang="nl-NL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FF82E-66FD-4AED-BCB5-986507DAF01A}" type="datetime1">
              <a:rPr lang="en-US" smtClean="0"/>
              <a:pPr/>
              <a:t>12/6/2010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0D81EF3-0CF4-43B6-B34A-82B2B13BFC5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Questasy</a:t>
            </a:r>
            <a:r>
              <a:rPr lang="en-US" dirty="0" smtClean="0"/>
              <a:t> - Dec 2009</a:t>
            </a:r>
            <a:endParaRPr lang="nl-NL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FF82E-66FD-4AED-BCB5-986507DAF01A}" type="datetime1">
              <a:rPr lang="en-US" smtClean="0"/>
              <a:pPr/>
              <a:t>12/6/2010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0D81EF3-0CF4-43B6-B34A-82B2B13BFC5B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6" name="Picture 16" descr="outputs3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>
            <a:duotone>
              <a:prstClr val="black"/>
              <a:srgbClr val="D9C3A5">
                <a:tint val="50000"/>
                <a:satMod val="180000"/>
              </a:srgbClr>
            </a:duotone>
          </a:blip>
          <a:srcRect/>
          <a:stretch>
            <a:fillRect/>
          </a:stretch>
        </p:blipFill>
        <p:spPr>
          <a:xfrm>
            <a:off x="1476375" y="1539485"/>
            <a:ext cx="7416800" cy="4714068"/>
          </a:xfrm>
          <a:noFill/>
          <a:ln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Questasy</a:t>
            </a:r>
            <a:r>
              <a:rPr lang="en-US" dirty="0" smtClean="0"/>
              <a:t> Releases</a:t>
            </a:r>
            <a:endParaRPr lang="nl-NL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476375" y="1484313"/>
          <a:ext cx="7416800" cy="48244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FF82E-66FD-4AED-BCB5-986507DAF01A}" type="datetime1">
              <a:rPr lang="en-US" smtClean="0"/>
              <a:pPr/>
              <a:t>12/6/2010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0D81EF3-0CF4-43B6-B34A-82B2B13BFC5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Questasy</a:t>
            </a:r>
            <a:r>
              <a:rPr lang="en-US" dirty="0" smtClean="0"/>
              <a:t> 3.4 – January 2011</a:t>
            </a:r>
            <a:endParaRPr lang="nl-NL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476375" y="1484313"/>
          <a:ext cx="7416800" cy="48244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FF82E-66FD-4AED-BCB5-986507DAF01A}" type="datetime1">
              <a:rPr lang="en-US" smtClean="0"/>
              <a:pPr/>
              <a:t>12/6/2010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0D81EF3-0CF4-43B6-B34A-82B2B13BFC5B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Questasy</a:t>
            </a:r>
            <a:r>
              <a:rPr lang="en-US" dirty="0" smtClean="0"/>
              <a:t> 3.4 – January 2011</a:t>
            </a:r>
            <a:endParaRPr lang="nl-NL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476375" y="1484313"/>
          <a:ext cx="7416800" cy="48244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FF82E-66FD-4AED-BCB5-986507DAF01A}" type="datetime1">
              <a:rPr lang="en-US" smtClean="0"/>
              <a:pPr/>
              <a:t>12/6/2010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0D81EF3-0CF4-43B6-B34A-82B2B13BFC5B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Questasy</a:t>
            </a:r>
            <a:r>
              <a:rPr lang="en-US" dirty="0" smtClean="0"/>
              <a:t> 3.4 – January 2011</a:t>
            </a:r>
            <a:endParaRPr lang="nl-NL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476375" y="1484313"/>
          <a:ext cx="7416800" cy="48244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FF82E-66FD-4AED-BCB5-986507DAF01A}" type="datetime1">
              <a:rPr lang="en-US" smtClean="0"/>
              <a:pPr/>
              <a:t>12/6/2010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0D81EF3-0CF4-43B6-B34A-82B2B13BFC5B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Questasy</a:t>
            </a:r>
            <a:r>
              <a:rPr lang="en-US" dirty="0" smtClean="0"/>
              <a:t> 3.4 – January 2011</a:t>
            </a:r>
            <a:endParaRPr lang="nl-NL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476375" y="1484313"/>
          <a:ext cx="7416800" cy="48244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FF82E-66FD-4AED-BCB5-986507DAF01A}" type="datetime1">
              <a:rPr lang="en-US" smtClean="0"/>
              <a:pPr/>
              <a:t>12/6/2010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0D81EF3-0CF4-43B6-B34A-82B2B13BFC5B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Questasy</a:t>
            </a:r>
            <a:r>
              <a:rPr lang="en-US" dirty="0" smtClean="0"/>
              <a:t> 3.4 – January 2011</a:t>
            </a:r>
            <a:endParaRPr lang="nl-NL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476375" y="1484313"/>
          <a:ext cx="7416800" cy="48244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FF82E-66FD-4AED-BCB5-986507DAF01A}" type="datetime1">
              <a:rPr lang="en-US" smtClean="0"/>
              <a:pPr/>
              <a:t>12/6/2010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0D81EF3-0CF4-43B6-B34A-82B2B13BFC5B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 smtClean="0"/>
              <a:t>Questasy</a:t>
            </a:r>
            <a:r>
              <a:rPr lang="en-US" dirty="0" smtClean="0"/>
              <a:t> (January 2011)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381750"/>
            <a:ext cx="1079500" cy="3397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0F40B3C-A88A-4092-BD32-FB595DD2E275}" type="datetime1">
              <a:rPr lang="en-US"/>
              <a:pPr>
                <a:defRPr/>
              </a:pPr>
              <a:t>12/6/2010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0" y="6049963"/>
            <a:ext cx="1079500" cy="33178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D787637A-EA40-48CE-81BD-A5675F56AB4A}" type="slidenum">
              <a:rPr lang="en-US"/>
              <a:pPr>
                <a:defRPr/>
              </a:pPr>
              <a:t>11</a:t>
            </a:fld>
            <a:endParaRPr lang="en-US"/>
          </a:p>
        </p:txBody>
      </p:sp>
      <p:graphicFrame>
        <p:nvGraphicFramePr>
          <p:cNvPr id="6146" name="Object 4"/>
          <p:cNvGraphicFramePr>
            <a:graphicFrameLocks noChangeAspect="1"/>
          </p:cNvGraphicFramePr>
          <p:nvPr/>
        </p:nvGraphicFramePr>
        <p:xfrm>
          <a:off x="1633538" y="1466850"/>
          <a:ext cx="7010400" cy="4748213"/>
        </p:xfrm>
        <a:graphic>
          <a:graphicData uri="http://schemas.openxmlformats.org/presentationml/2006/ole">
            <p:oleObj spid="_x0000_s6146" name="Visio" r:id="rId4" imgW="7016115" imgH="4749546" progId="Visio.Drawing.11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Licensing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License agreement available</a:t>
            </a:r>
          </a:p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Available for non-profit scientific &amp; government institutes</a:t>
            </a:r>
          </a:p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Provided “as-is” for free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including source code</a:t>
            </a:r>
            <a:endParaRPr lang="nl-NL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FF82E-66FD-4AED-BCB5-986507DAF01A}" type="datetime1">
              <a:rPr lang="en-US" smtClean="0"/>
              <a:pPr/>
              <a:t>12/6/2010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0D81EF3-0CF4-43B6-B34A-82B2B13BFC5B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 More Information</a:t>
            </a:r>
            <a:endParaRPr lang="nl-NL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476375" y="1484313"/>
          <a:ext cx="7416800" cy="48244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FF82E-66FD-4AED-BCB5-986507DAF01A}" type="datetime1">
              <a:rPr lang="en-US" smtClean="0"/>
              <a:pPr/>
              <a:t>12/6/2010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0D81EF3-0CF4-43B6-B34A-82B2B13BFC5B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t E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Wit E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Wit E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Start slide">
  <a:themeElements>
    <a:clrScheme name="Start slid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Start slid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rt slid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Eind slide">
  <a:themeElements>
    <a:clrScheme name="Eind slid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Eind slide">
      <a:majorFont>
        <a:latin typeface="Palatino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ind slid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Foto slide 1">
  <a:themeElements>
    <a:clrScheme name="Foto slide 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1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Foto slide 2">
  <a:themeElements>
    <a:clrScheme name="Foto slide 2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2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Foto slide 3">
  <a:themeElements>
    <a:clrScheme name="Foto slide 3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3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3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Foto slide 4">
  <a:themeElements>
    <a:clrScheme name="Foto slide 4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4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4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Foto slide 5">
  <a:themeElements>
    <a:clrScheme name="Foto slide 5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5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5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Foto slide 6">
  <a:themeElements>
    <a:clrScheme name="Foto slide 6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6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6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Standaard slide UvT">
  <a:themeElements>
    <a:clrScheme name="Standaard slide Uv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Standaard slide Uv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ard slide Uv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Foto slide 1 UvT">
  <a:themeElements>
    <a:clrScheme name="Foto slide 1 Uv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1 Uv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1 Uv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Foto slide 2 UvT">
  <a:themeElements>
    <a:clrScheme name="Foto slide 2 Uv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2 Uv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2 Uv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Foto slide 3 UvT">
  <a:themeElements>
    <a:clrScheme name="Foto slide 3 Uv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3 Uv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3 Uv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Foto slide 4 UvT">
  <a:themeElements>
    <a:clrScheme name="Foto slide 4 Uv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4 Uv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4 Uv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Foto slide 5 UvT">
  <a:themeElements>
    <a:clrScheme name="Foto slide 5 Uv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5 Uv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5 Uv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Foto slide 6 UvT">
  <a:themeElements>
    <a:clrScheme name="Foto slide 6 Uv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6 Uv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6 Uv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7.xml><?xml version="1.0" encoding="utf-8"?>
<a:theme xmlns:a="http://schemas.openxmlformats.org/drawingml/2006/main" name="Standaard slide">
  <a:themeElements>
    <a:clrScheme name="Standaard slid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Standaard slid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ard slid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8.xml><?xml version="1.0" encoding="utf-8"?>
<a:theme xmlns:a="http://schemas.openxmlformats.org/drawingml/2006/main" name="1_Eind slide">
  <a:themeElements>
    <a:clrScheme name="cdata">
      <a:dk1>
        <a:srgbClr val="000000"/>
      </a:dk1>
      <a:lt1>
        <a:srgbClr val="FFFFFF"/>
      </a:lt1>
      <a:dk2>
        <a:srgbClr val="007AC0"/>
      </a:dk2>
      <a:lt2>
        <a:srgbClr val="E4DEA0"/>
      </a:lt2>
      <a:accent1>
        <a:srgbClr val="30686F"/>
      </a:accent1>
      <a:accent2>
        <a:srgbClr val="CBB900"/>
      </a:accent2>
      <a:accent3>
        <a:srgbClr val="007AC0"/>
      </a:accent3>
      <a:accent4>
        <a:srgbClr val="C07C98"/>
      </a:accent4>
      <a:accent5>
        <a:srgbClr val="B19F00"/>
      </a:accent5>
      <a:accent6>
        <a:srgbClr val="399ED3"/>
      </a:accent6>
      <a:hlink>
        <a:srgbClr val="399ED3"/>
      </a:hlink>
      <a:folHlink>
        <a:srgbClr val="30686F"/>
      </a:folHlink>
    </a:clrScheme>
    <a:fontScheme name="Eind slide">
      <a:majorFont>
        <a:latin typeface="Palatino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ind slid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9.xml><?xml version="1.0" encoding="utf-8"?>
<a:theme xmlns:a="http://schemas.openxmlformats.org/drawingml/2006/main" name="1_Foto slide 1">
  <a:themeElements>
    <a:clrScheme name="cdata">
      <a:dk1>
        <a:srgbClr val="000000"/>
      </a:dk1>
      <a:lt1>
        <a:srgbClr val="FFFFFF"/>
      </a:lt1>
      <a:dk2>
        <a:srgbClr val="007AC0"/>
      </a:dk2>
      <a:lt2>
        <a:srgbClr val="E4DEA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1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0.xml><?xml version="1.0" encoding="utf-8"?>
<a:theme xmlns:a="http://schemas.openxmlformats.org/drawingml/2006/main" name="1_Foto slide 2">
  <a:themeElements>
    <a:clrScheme name="Foto slide 2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2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1.xml><?xml version="1.0" encoding="utf-8"?>
<a:theme xmlns:a="http://schemas.openxmlformats.org/drawingml/2006/main" name="1_Foto slide 3">
  <a:themeElements>
    <a:clrScheme name="Foto slide 3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3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3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2.xml><?xml version="1.0" encoding="utf-8"?>
<a:theme xmlns:a="http://schemas.openxmlformats.org/drawingml/2006/main" name="1_Foto slide 4">
  <a:themeElements>
    <a:clrScheme name="Foto slide 4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4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4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3.xml><?xml version="1.0" encoding="utf-8"?>
<a:theme xmlns:a="http://schemas.openxmlformats.org/drawingml/2006/main" name="1_Foto slide 5">
  <a:themeElements>
    <a:clrScheme name="Foto slide 5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5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5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4.xml><?xml version="1.0" encoding="utf-8"?>
<a:theme xmlns:a="http://schemas.openxmlformats.org/drawingml/2006/main" name="1_Foto slide 6">
  <a:themeElements>
    <a:clrScheme name="Foto slide 6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6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6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5.xml><?xml version="1.0" encoding="utf-8"?>
<a:theme xmlns:a="http://schemas.openxmlformats.org/drawingml/2006/main" name="1_Standaard slide UvT">
  <a:themeElements>
    <a:clrScheme name="cdata">
      <a:dk1>
        <a:srgbClr val="000000"/>
      </a:dk1>
      <a:lt1>
        <a:srgbClr val="FFFFFF"/>
      </a:lt1>
      <a:dk2>
        <a:srgbClr val="007AC0"/>
      </a:dk2>
      <a:lt2>
        <a:srgbClr val="E4DEA0"/>
      </a:lt2>
      <a:accent1>
        <a:srgbClr val="30686F"/>
      </a:accent1>
      <a:accent2>
        <a:srgbClr val="CBB900"/>
      </a:accent2>
      <a:accent3>
        <a:srgbClr val="007AC0"/>
      </a:accent3>
      <a:accent4>
        <a:srgbClr val="C07C98"/>
      </a:accent4>
      <a:accent5>
        <a:srgbClr val="B19F00"/>
      </a:accent5>
      <a:accent6>
        <a:srgbClr val="399ED3"/>
      </a:accent6>
      <a:hlink>
        <a:srgbClr val="399ED3"/>
      </a:hlink>
      <a:folHlink>
        <a:srgbClr val="30686F"/>
      </a:folHlink>
    </a:clrScheme>
    <a:fontScheme name="Standaard slide Uv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ard slide Uv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6.xml><?xml version="1.0" encoding="utf-8"?>
<a:theme xmlns:a="http://schemas.openxmlformats.org/drawingml/2006/main" name="1_Foto slide 1 UvT">
  <a:themeElements>
    <a:clrScheme name="Foto slide 1 Uv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1 Uv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1 Uv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7.xml><?xml version="1.0" encoding="utf-8"?>
<a:theme xmlns:a="http://schemas.openxmlformats.org/drawingml/2006/main" name="1_Foto slide 2 UvT">
  <a:themeElements>
    <a:clrScheme name="Foto slide 2 Uv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2 Uv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2 Uv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8.xml><?xml version="1.0" encoding="utf-8"?>
<a:theme xmlns:a="http://schemas.openxmlformats.org/drawingml/2006/main" name="1_Foto slide 3 UvT">
  <a:themeElements>
    <a:clrScheme name="Foto slide 3 Uv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3 Uv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3 Uv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9.xml><?xml version="1.0" encoding="utf-8"?>
<a:theme xmlns:a="http://schemas.openxmlformats.org/drawingml/2006/main" name="1_Foto slide 4 UvT">
  <a:themeElements>
    <a:clrScheme name="Foto slide 4 Uv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4 Uv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4 Uv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0.xml><?xml version="1.0" encoding="utf-8"?>
<a:theme xmlns:a="http://schemas.openxmlformats.org/drawingml/2006/main" name="1_Foto slide 5 UvT">
  <a:themeElements>
    <a:clrScheme name="Foto slide 5 Uv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5 Uv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5 Uv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1.xml><?xml version="1.0" encoding="utf-8"?>
<a:theme xmlns:a="http://schemas.openxmlformats.org/drawingml/2006/main" name="1_Foto slide 6 UvT">
  <a:themeElements>
    <a:clrScheme name="Foto slide 6 Uv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6 Uv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6 Uv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Wit EN</Template>
  <TotalTime>8195</TotalTime>
  <Words>474</Words>
  <Application>Microsoft Office PowerPoint</Application>
  <PresentationFormat>On-screen Show (4:3)</PresentationFormat>
  <Paragraphs>151</Paragraphs>
  <Slides>14</Slides>
  <Notes>11</Notes>
  <HiddenSlides>0</HiddenSlides>
  <MMClips>0</MMClips>
  <ScaleCrop>false</ScaleCrop>
  <HeadingPairs>
    <vt:vector size="6" baseType="variant">
      <vt:variant>
        <vt:lpstr>Theme</vt:lpstr>
      </vt:variant>
      <vt:variant>
        <vt:i4>31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46" baseType="lpstr">
      <vt:lpstr>Wit EN</vt:lpstr>
      <vt:lpstr>Start slide</vt:lpstr>
      <vt:lpstr>Eind slide</vt:lpstr>
      <vt:lpstr>Foto slide 1</vt:lpstr>
      <vt:lpstr>Foto slide 2</vt:lpstr>
      <vt:lpstr>Foto slide 3</vt:lpstr>
      <vt:lpstr>Foto slide 4</vt:lpstr>
      <vt:lpstr>Foto slide 5</vt:lpstr>
      <vt:lpstr>Foto slide 6</vt:lpstr>
      <vt:lpstr>Standaard slide UvT</vt:lpstr>
      <vt:lpstr>Foto slide 1 UvT</vt:lpstr>
      <vt:lpstr>Foto slide 2 UvT</vt:lpstr>
      <vt:lpstr>Foto slide 3 UvT</vt:lpstr>
      <vt:lpstr>Foto slide 4 UvT</vt:lpstr>
      <vt:lpstr>Foto slide 5 UvT</vt:lpstr>
      <vt:lpstr>Foto slide 6 UvT</vt:lpstr>
      <vt:lpstr>Standaard slide</vt:lpstr>
      <vt:lpstr>1_Eind slide</vt:lpstr>
      <vt:lpstr>1_Foto slide 1</vt:lpstr>
      <vt:lpstr>1_Foto slide 2</vt:lpstr>
      <vt:lpstr>1_Foto slide 3</vt:lpstr>
      <vt:lpstr>1_Foto slide 4</vt:lpstr>
      <vt:lpstr>1_Foto slide 5</vt:lpstr>
      <vt:lpstr>1_Foto slide 6</vt:lpstr>
      <vt:lpstr>1_Standaard slide UvT</vt:lpstr>
      <vt:lpstr>1_Foto slide 1 UvT</vt:lpstr>
      <vt:lpstr>1_Foto slide 2 UvT</vt:lpstr>
      <vt:lpstr>1_Foto slide 3 UvT</vt:lpstr>
      <vt:lpstr>1_Foto slide 4 UvT</vt:lpstr>
      <vt:lpstr>1_Foto slide 5 UvT</vt:lpstr>
      <vt:lpstr>1_Foto slide 6 UvT</vt:lpstr>
      <vt:lpstr>Visio</vt:lpstr>
      <vt:lpstr>Keeping Up With Questasy</vt:lpstr>
      <vt:lpstr>CentERdata</vt:lpstr>
      <vt:lpstr>Questasy</vt:lpstr>
      <vt:lpstr>Questasy - Dec 2009</vt:lpstr>
      <vt:lpstr>Questasy Releases</vt:lpstr>
      <vt:lpstr>Questasy 3.4 – January 2011</vt:lpstr>
      <vt:lpstr>Questasy 3.4 – January 2011</vt:lpstr>
      <vt:lpstr>Questasy 3.4 – January 2011</vt:lpstr>
      <vt:lpstr>Questasy 3.4 – January 2011</vt:lpstr>
      <vt:lpstr>Questasy 3.4 – January 2011</vt:lpstr>
      <vt:lpstr>Questasy (January 2011)</vt:lpstr>
      <vt:lpstr>Licensing</vt:lpstr>
      <vt:lpstr>For More Information</vt:lpstr>
      <vt:lpstr>Slide 14</vt:lpstr>
    </vt:vector>
  </TitlesOfParts>
  <Company>CentERdata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Questasy</dc:title>
  <dc:creator>AA</dc:creator>
  <cp:lastModifiedBy>AA</cp:lastModifiedBy>
  <cp:revision>337</cp:revision>
  <dcterms:created xsi:type="dcterms:W3CDTF">2009-04-20T10:39:27Z</dcterms:created>
  <dcterms:modified xsi:type="dcterms:W3CDTF">2010-12-06T12:18:24Z</dcterms:modified>
</cp:coreProperties>
</file>