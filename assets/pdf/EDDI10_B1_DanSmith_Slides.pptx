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Default Extension="wmv" ContentType="video/x-ms-wmv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notesMasterIdLst>
    <p:notesMasterId r:id="rId12"/>
  </p:notesMasterIdLst>
  <p:sldIdLst>
    <p:sldId id="256" r:id="rId2"/>
    <p:sldId id="313" r:id="rId3"/>
    <p:sldId id="268" r:id="rId4"/>
    <p:sldId id="279" r:id="rId5"/>
    <p:sldId id="276" r:id="rId6"/>
    <p:sldId id="316" r:id="rId7"/>
    <p:sldId id="315" r:id="rId8"/>
    <p:sldId id="314" r:id="rId9"/>
    <p:sldId id="317" r:id="rId10"/>
    <p:sldId id="30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Default Section" id="{3242B816-81F8-4749-ADC9-0FBE48E25997}">
          <p14:sldIdLst>
            <p14:sldId id="256"/>
            <p14:sldId id="314"/>
          </p14:sldIdLst>
        </p14:section>
        <p14:section name="Introduction" id="{34D944EC-C81D-4440-929C-7E039183544B}">
          <p14:sldIdLst>
            <p14:sldId id="266"/>
            <p14:sldId id="311"/>
            <p14:sldId id="312"/>
            <p14:sldId id="315"/>
            <p14:sldId id="298"/>
            <p14:sldId id="297"/>
            <p14:sldId id="313"/>
            <p14:sldId id="268"/>
          </p14:sldIdLst>
        </p14:section>
        <p14:section name="Metadata Driven Survey Design" id="{209F92F9-5EE1-44CE-BB64-F39DED26E527}">
          <p14:sldIdLst>
            <p14:sldId id="279"/>
            <p14:sldId id="299"/>
            <p14:sldId id="278"/>
            <p14:sldId id="277"/>
            <p14:sldId id="271"/>
            <p14:sldId id="272"/>
            <p14:sldId id="273"/>
            <p14:sldId id="274"/>
            <p14:sldId id="275"/>
            <p14:sldId id="276"/>
            <p14:sldId id="301"/>
          </p14:sldIdLst>
        </p14:section>
        <p14:section name="Repository Based Metadata Management" id="{E36274FD-9702-4AB4-AECF-0EA5A311A8EA}">
          <p14:sldIdLst>
            <p14:sldId id="280"/>
            <p14:sldId id="307"/>
            <p14:sldId id="282"/>
            <p14:sldId id="291"/>
            <p14:sldId id="308"/>
            <p14:sldId id="292"/>
            <p14:sldId id="283"/>
            <p14:sldId id="309"/>
            <p14:sldId id="285"/>
            <p14:sldId id="293"/>
            <p14:sldId id="290"/>
            <p14:sldId id="286"/>
            <p14:sldId id="287"/>
            <p14:sldId id="302"/>
          </p14:sldIdLst>
        </p14:section>
        <p14:section name="Walkthrough" id="{10A805B7-B27A-4760-9FCA-DAA483310A4D}">
          <p14:sldIdLst>
            <p14:sldId id="289"/>
            <p14:sldId id="300"/>
            <p14:sldId id="303"/>
          </p14:sldIdLst>
        </p14:section>
        <p14:section name="Demonstrations" id="{353D63A5-20B6-4D8C-B14D-2C798B6F0123}">
          <p14:sldIdLst>
            <p14:sldId id="288"/>
            <p14:sldId id="294"/>
            <p14:sldId id="295"/>
            <p14:sldId id="296"/>
          </p14:sldIdLst>
        </p14:section>
        <p14:section name="Hands On" id="{30433559-B967-438E-8F3C-0597E26F30C0}">
          <p14:sldIdLst>
            <p14:sldId id="269"/>
          </p14:sldIdLst>
        </p14:section>
        <p14:section name="Closing" id="{D0EBBFCD-A434-4030-8093-16D8FD538E37}">
          <p14:sldIdLst>
            <p14:sldId id="304"/>
            <p14:sldId id="306"/>
            <p14:sldId id="305"/>
            <p14:sldId id="31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xmlns:mc="http://schemas.openxmlformats.org/markup-compatibility/2006" xmlns:a14="http://schemas.microsoft.com/office/drawing/2010/main" val="FF0000" mc:Ignorable="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4B6D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591" autoAdjust="0"/>
    <p:restoredTop sz="70178" autoAdjust="0"/>
  </p:normalViewPr>
  <p:slideViewPr>
    <p:cSldViewPr>
      <p:cViewPr varScale="1">
        <p:scale>
          <a:sx n="56" d="100"/>
          <a:sy n="56" d="100"/>
        </p:scale>
        <p:origin x="-148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A9217-AC5D-4611-8D5D-762E705E32A8}" type="datetimeFigureOut">
              <a:rPr lang="en-US" smtClean="0"/>
              <a:pPr/>
              <a:t>12/9/2010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E3265-14E3-499D-A250-3990DD3FB2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32557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8851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95956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65917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84596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6525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6525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26311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26311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1209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949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35342C-9DE7-4576-84B4-66DBAA25DBA3}" type="datetime1">
              <a:rPr lang="en-US" smtClean="0"/>
              <a:pPr/>
              <a:t>12/9/2010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3716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IASSIST 2010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pic>
        <p:nvPicPr>
          <p:cNvPr id="3074" name="Picture 2" descr="C:\Users\jeremy\svn\admin\PR\Assets\colectica\custom\colectica43x2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29600" y="6324600"/>
            <a:ext cx="433387" cy="222250"/>
          </a:xfrm>
          <a:prstGeom prst="rect">
            <a:avLst/>
          </a:prstGeom>
          <a:noFill/>
        </p:spPr>
      </p:pic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3810000" y="6269037"/>
            <a:ext cx="2286000" cy="365125"/>
          </a:xfrm>
          <a:prstGeom prst="rect">
            <a:avLst/>
          </a:prstGeom>
        </p:spPr>
        <p:txBody>
          <a:bodyPr vert="horz" anchor="ctr" anchorCtr="0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smtClean="0"/>
              <a:t>Copyright © 2010 Algenta Technologies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IASSIST 2010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en-US" dirty="0" smtClean="0"/>
              <a:t>IASSIST 2010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en-US" dirty="0" smtClean="0"/>
              <a:t>IASSIST 2010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IASSIST 2010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CEAF-66CB-469F-84AC-3F1C8182DB42}" type="datetime1">
              <a:rPr lang="en-US" smtClean="0"/>
              <a:pPr/>
              <a:t>12/9/2010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FED5-581D-4E74-BD00-6014CC3587D4}" type="datetime1">
              <a:rPr lang="en-US" smtClean="0"/>
              <a:pPr/>
              <a:t>12/9/2010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BBA60A9-1E57-4270-9B08-37645341F174}" type="datetime1">
              <a:rPr lang="en-US" smtClean="0"/>
              <a:pPr/>
              <a:t>12/9/2010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8BAE-CDFA-4DEE-BD5A-2D153E55F028}" type="datetime1">
              <a:rPr lang="en-US" smtClean="0"/>
              <a:pPr/>
              <a:t>12/9/2010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6EA884-5F18-44A8-95F2-4CB935A25D55}" type="datetime1">
              <a:rPr lang="en-US" smtClean="0"/>
              <a:pPr/>
              <a:t>12/9/2010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IASSIST 2010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ideo" Target="../media/media1.wmv"/><Relationship Id="rId5" Type="http://schemas.openxmlformats.org/officeDocument/2006/relationships/image" Target="../media/image10.png"/><Relationship Id="rId4" Type="http://schemas.microsoft.com/office/2007/relationships/media" Target="../media/media1.wm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09800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US" cap="none" dirty="0" err="1" smtClean="0"/>
              <a:t>Colectica</a:t>
            </a:r>
            <a:r>
              <a:rPr lang="en-US" cap="none" dirty="0" smtClean="0"/>
              <a:t>: A Platform for DDI 3 based Metadata Management</a:t>
            </a:r>
            <a:endParaRPr lang="en-US" cap="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4200" y="1600200"/>
            <a:ext cx="3276600" cy="685800"/>
          </a:xfrm>
        </p:spPr>
        <p:txBody>
          <a:bodyPr/>
          <a:lstStyle/>
          <a:p>
            <a:r>
              <a:rPr lang="en-US" dirty="0" smtClean="0"/>
              <a:t>Design. Collect. Share.</a:t>
            </a:r>
            <a:endParaRPr lang="en-US" dirty="0"/>
          </a:p>
        </p:txBody>
      </p:sp>
      <p:pic>
        <p:nvPicPr>
          <p:cNvPr id="1028" name="Picture 4" descr="C:\Users\jeremy\svn\admin\PR\Assets\colectica\custom\colectica-green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609600"/>
            <a:ext cx="3211512" cy="762000"/>
          </a:xfrm>
          <a:prstGeom prst="rect">
            <a:avLst/>
          </a:prstGeom>
          <a:noFill/>
        </p:spPr>
      </p:pic>
      <p:pic>
        <p:nvPicPr>
          <p:cNvPr id="1030" name="Picture 6" descr="C:\Users\jeremy\svn\admin\PR\Assets\brand\custom\algenta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6096000"/>
            <a:ext cx="2032000" cy="579438"/>
          </a:xfrm>
          <a:prstGeom prst="rect">
            <a:avLst/>
          </a:prstGeom>
          <a:noFill/>
        </p:spPr>
      </p:pic>
      <p:pic>
        <p:nvPicPr>
          <p:cNvPr id="6" name="Picture 5" descr="reader-box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4038600"/>
            <a:ext cx="2629267" cy="2276793"/>
          </a:xfrm>
          <a:prstGeom prst="rect">
            <a:avLst/>
          </a:prstGeom>
        </p:spPr>
      </p:pic>
      <p:pic>
        <p:nvPicPr>
          <p:cNvPr id="7" name="Picture 6" descr="designer-box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810000" y="4038600"/>
            <a:ext cx="3067478" cy="2314898"/>
          </a:xfrm>
          <a:prstGeom prst="rect">
            <a:avLst/>
          </a:prstGeom>
        </p:spPr>
      </p:pic>
      <p:pic>
        <p:nvPicPr>
          <p:cNvPr id="8" name="Picture 7" descr="express-box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828800" y="4038600"/>
            <a:ext cx="3048426" cy="2314898"/>
          </a:xfrm>
          <a:prstGeom prst="rect">
            <a:avLst/>
          </a:prstGeom>
        </p:spPr>
      </p:pic>
      <p:pic>
        <p:nvPicPr>
          <p:cNvPr id="9" name="Picture 8" descr="repo-box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095574" y="4038600"/>
            <a:ext cx="3048426" cy="2372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IASSIST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7001C82C-A011-4758-B95D-86304D9DA0A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ColecticaLogo480.wmv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xmlns="" r:embed="rId4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228600" y="38100"/>
            <a:ext cx="8788400" cy="6591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124537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EDDI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2" descr="C:\Users\jeremy\svn\admin\PR\Assets\colectica\custom\colectica-green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2667000"/>
            <a:ext cx="3211513" cy="762000"/>
          </a:xfrm>
          <a:prstGeom prst="rect">
            <a:avLst/>
          </a:prstGeom>
          <a:noFill/>
        </p:spPr>
      </p:pic>
      <p:pic>
        <p:nvPicPr>
          <p:cNvPr id="1027" name="Picture 3" descr="D:\Downloads\ddi-logo-tagline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191000"/>
            <a:ext cx="2127042" cy="130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301766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2667000"/>
          </a:xfrm>
        </p:spPr>
        <p:txBody>
          <a:bodyPr>
            <a:norm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dirty="0" err="1" smtClean="0"/>
              <a:t>Colectica</a:t>
            </a:r>
            <a:r>
              <a:rPr lang="en-US" dirty="0" smtClean="0"/>
              <a:t> Reader – Free DDI 3 Viewer</a:t>
            </a:r>
          </a:p>
          <a:p>
            <a:pPr marL="457200" indent="-457200">
              <a:buFont typeface="Arial" charset="0"/>
              <a:buChar char="•"/>
            </a:pPr>
            <a:r>
              <a:rPr lang="en-US" dirty="0" smtClean="0"/>
              <a:t>Creating and Managing DDI3</a:t>
            </a:r>
            <a:endParaRPr lang="en-US" dirty="0" smtClean="0"/>
          </a:p>
          <a:p>
            <a:pPr marL="457200" indent="-457200">
              <a:buFont typeface="Arial" charset="0"/>
              <a:buChar char="•"/>
            </a:pPr>
            <a:r>
              <a:rPr lang="en-US" dirty="0" smtClean="0"/>
              <a:t>Importing into DDI3</a:t>
            </a:r>
            <a:endParaRPr lang="en-US" dirty="0" smtClean="0"/>
          </a:p>
          <a:p>
            <a:pPr marL="457200" indent="-457200">
              <a:buFont typeface="Arial" charset="0"/>
              <a:buChar char="•"/>
            </a:pPr>
            <a:r>
              <a:rPr lang="en-US" dirty="0" smtClean="0"/>
              <a:t>Generation from DDI3</a:t>
            </a:r>
          </a:p>
          <a:p>
            <a:pPr marL="457200" indent="-457200">
              <a:buFont typeface="Arial" charset="0"/>
              <a:buChar char="•"/>
            </a:pPr>
            <a:r>
              <a:rPr lang="en-US" dirty="0" smtClean="0"/>
              <a:t>Demonstration</a:t>
            </a:r>
            <a:endParaRPr lang="en-US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err="1" smtClean="0"/>
              <a:t>Colectica</a:t>
            </a:r>
            <a:r>
              <a:rPr lang="en-US" sz="3800" dirty="0" smtClean="0"/>
              <a:t> Designer and Repository</a:t>
            </a:r>
            <a:endParaRPr lang="en-US" sz="3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EDDI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7001C82C-A011-4758-B95D-86304D9DA0A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23106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Colectica</a:t>
            </a:r>
            <a:r>
              <a:rPr lang="en-US" dirty="0" smtClean="0"/>
              <a:t> Reader – Free DDI 3 Viewer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EDDI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View DDI 3</a:t>
            </a:r>
          </a:p>
          <a:p>
            <a:pPr lvl="1"/>
            <a:r>
              <a:rPr lang="en-US" dirty="0" smtClean="0"/>
              <a:t>Survey Flow Visualizations</a:t>
            </a:r>
          </a:p>
          <a:p>
            <a:pPr lvl="1"/>
            <a:r>
              <a:rPr lang="en-US" dirty="0" smtClean="0"/>
              <a:t>All DDI 3 items</a:t>
            </a:r>
            <a:endParaRPr lang="en-US" dirty="0" smtClean="0"/>
          </a:p>
          <a:p>
            <a:r>
              <a:rPr lang="en-US" dirty="0" smtClean="0"/>
              <a:t>Validate DDI</a:t>
            </a:r>
          </a:p>
          <a:p>
            <a:pPr lvl="1"/>
            <a:r>
              <a:rPr lang="en-US" dirty="0" smtClean="0"/>
              <a:t>Second Level Validation</a:t>
            </a:r>
            <a:endParaRPr lang="en-US" dirty="0" smtClean="0"/>
          </a:p>
          <a:p>
            <a:r>
              <a:rPr lang="en-US" dirty="0" smtClean="0"/>
              <a:t>XML View</a:t>
            </a:r>
            <a:endParaRPr lang="en-US" dirty="0" smtClean="0"/>
          </a:p>
          <a:p>
            <a:r>
              <a:rPr lang="en-US" dirty="0" smtClean="0"/>
              <a:t>Free!</a:t>
            </a:r>
            <a:endParaRPr lang="en-US" dirty="0"/>
          </a:p>
        </p:txBody>
      </p:sp>
      <p:pic>
        <p:nvPicPr>
          <p:cNvPr id="8" name="Picture 7" descr="reader-box-larg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86200" y="1981200"/>
            <a:ext cx="4305901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29508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and Managing DDI3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EDDI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Survey Instruments</a:t>
            </a:r>
          </a:p>
          <a:p>
            <a:r>
              <a:rPr lang="en-US" dirty="0" smtClean="0"/>
              <a:t>Classifications</a:t>
            </a:r>
          </a:p>
          <a:p>
            <a:r>
              <a:rPr lang="en-US" dirty="0" smtClean="0"/>
              <a:t>Concepts</a:t>
            </a:r>
            <a:endParaRPr lang="en-US" dirty="0" smtClean="0"/>
          </a:p>
          <a:p>
            <a:r>
              <a:rPr lang="en-US" dirty="0" smtClean="0"/>
              <a:t>Universes</a:t>
            </a:r>
          </a:p>
          <a:p>
            <a:r>
              <a:rPr lang="en-US" dirty="0" smtClean="0"/>
              <a:t>Questions</a:t>
            </a:r>
            <a:endParaRPr lang="en-US" dirty="0" smtClean="0"/>
          </a:p>
          <a:p>
            <a:r>
              <a:rPr lang="en-US" dirty="0" smtClean="0"/>
              <a:t>Variables</a:t>
            </a:r>
          </a:p>
          <a:p>
            <a:r>
              <a:rPr lang="en-US" dirty="0" smtClean="0"/>
              <a:t>Studies</a:t>
            </a:r>
            <a:endParaRPr lang="en-US" dirty="0" smtClean="0"/>
          </a:p>
          <a:p>
            <a:r>
              <a:rPr lang="en-US" dirty="0" smtClean="0"/>
              <a:t>Datasets</a:t>
            </a:r>
          </a:p>
          <a:p>
            <a:r>
              <a:rPr lang="en-US" dirty="0" smtClean="0"/>
              <a:t>e</a:t>
            </a:r>
            <a:r>
              <a:rPr lang="en-US" dirty="0" smtClean="0"/>
              <a:t>tc.</a:t>
            </a:r>
            <a:endParaRPr lang="en-US" dirty="0"/>
          </a:p>
        </p:txBody>
      </p:sp>
      <p:pic>
        <p:nvPicPr>
          <p:cNvPr id="6" name="Picture 3" descr="D:\Downloads\ddi-logo-tagline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200400"/>
            <a:ext cx="2127042" cy="130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529508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Import into DDI 3</a:t>
            </a:r>
            <a:endParaRPr lang="en-US" sz="3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EDDI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Colectica</a:t>
            </a:r>
            <a:r>
              <a:rPr lang="en-US" dirty="0" smtClean="0"/>
              <a:t> can import/convert into DDI 3</a:t>
            </a:r>
            <a:endParaRPr lang="en-US" dirty="0" smtClean="0"/>
          </a:p>
          <a:p>
            <a:pPr lvl="1"/>
            <a:r>
              <a:rPr lang="en-US" dirty="0" smtClean="0"/>
              <a:t>Survey </a:t>
            </a:r>
            <a:r>
              <a:rPr lang="en-US" dirty="0" smtClean="0"/>
              <a:t>instrument source code</a:t>
            </a:r>
          </a:p>
          <a:p>
            <a:pPr lvl="2"/>
            <a:r>
              <a:rPr lang="en-US" dirty="0" err="1" smtClean="0"/>
              <a:t>Blaise</a:t>
            </a:r>
            <a:r>
              <a:rPr lang="en-US" dirty="0" smtClean="0"/>
              <a:t>, CASES</a:t>
            </a:r>
          </a:p>
          <a:p>
            <a:pPr lvl="1"/>
            <a:r>
              <a:rPr lang="en-US" dirty="0" smtClean="0"/>
              <a:t>DDI 2 / </a:t>
            </a:r>
            <a:r>
              <a:rPr lang="en-US" dirty="0" err="1" smtClean="0"/>
              <a:t>Nesstar</a:t>
            </a:r>
            <a:endParaRPr lang="en-US" dirty="0" smtClean="0"/>
          </a:p>
          <a:p>
            <a:pPr lvl="1"/>
            <a:r>
              <a:rPr lang="en-US" dirty="0" smtClean="0"/>
              <a:t>SPSS Statistical .</a:t>
            </a:r>
            <a:r>
              <a:rPr lang="en-US" dirty="0" err="1" smtClean="0"/>
              <a:t>sav</a:t>
            </a:r>
            <a:r>
              <a:rPr lang="en-US" dirty="0" smtClean="0"/>
              <a:t> data files</a:t>
            </a:r>
          </a:p>
          <a:p>
            <a:pPr lvl="1"/>
            <a:r>
              <a:rPr lang="en-US" dirty="0" smtClean="0"/>
              <a:t>Delimited metadata</a:t>
            </a:r>
            <a:endParaRPr lang="en-US" dirty="0" smtClean="0"/>
          </a:p>
          <a:p>
            <a:pPr lvl="1"/>
            <a:r>
              <a:rPr lang="en-US" dirty="0" smtClean="0"/>
              <a:t>More</a:t>
            </a:r>
          </a:p>
        </p:txBody>
      </p:sp>
    </p:spTree>
    <p:extLst>
      <p:ext uri="{BB962C8B-B14F-4D97-AF65-F5344CB8AC3E}">
        <p14:creationId xmlns:p14="http://schemas.microsoft.com/office/powerpoint/2010/main" xmlns="" val="762813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Generation from DDI 3</a:t>
            </a:r>
            <a:endParaRPr lang="en-US" sz="3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EDDI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 the DDI 3 </a:t>
            </a:r>
            <a:r>
              <a:rPr lang="en-US" dirty="0" smtClean="0"/>
              <a:t>metadata to generate everything you need</a:t>
            </a:r>
          </a:p>
          <a:p>
            <a:pPr lvl="1"/>
            <a:r>
              <a:rPr lang="en-US" dirty="0" smtClean="0"/>
              <a:t>Survey </a:t>
            </a:r>
            <a:r>
              <a:rPr lang="en-US" dirty="0" smtClean="0"/>
              <a:t>instruments (</a:t>
            </a:r>
            <a:r>
              <a:rPr lang="en-US" dirty="0" err="1" smtClean="0"/>
              <a:t>Blaise</a:t>
            </a:r>
            <a:r>
              <a:rPr lang="en-US" dirty="0" smtClean="0"/>
              <a:t>, CASES, </a:t>
            </a:r>
            <a:r>
              <a:rPr lang="en-US" dirty="0" err="1" smtClean="0"/>
              <a:t>CSPro</a:t>
            </a:r>
            <a:r>
              <a:rPr lang="en-US" dirty="0" smtClean="0"/>
              <a:t>)</a:t>
            </a:r>
            <a:endParaRPr lang="en-US" dirty="0" smtClean="0"/>
          </a:p>
          <a:p>
            <a:pPr lvl="1"/>
            <a:r>
              <a:rPr lang="en-US" dirty="0" smtClean="0"/>
              <a:t>Paper questionnaires</a:t>
            </a:r>
          </a:p>
          <a:p>
            <a:pPr lvl="1"/>
            <a:r>
              <a:rPr lang="en-US" dirty="0" smtClean="0"/>
              <a:t>Statistical source </a:t>
            </a:r>
            <a:r>
              <a:rPr lang="en-US" dirty="0" smtClean="0"/>
              <a:t>code (R, SAS, STATA, SPSS)</a:t>
            </a:r>
            <a:endParaRPr lang="en-US" dirty="0" smtClean="0"/>
          </a:p>
          <a:p>
            <a:pPr lvl="1"/>
            <a:r>
              <a:rPr lang="en-US" dirty="0" smtClean="0"/>
              <a:t>Codebooks / Paper documentation</a:t>
            </a:r>
            <a:endParaRPr lang="en-US" dirty="0" smtClean="0"/>
          </a:p>
          <a:p>
            <a:pPr lvl="1"/>
            <a:r>
              <a:rPr lang="en-US" dirty="0" smtClean="0"/>
              <a:t>Web documentation</a:t>
            </a:r>
          </a:p>
          <a:p>
            <a:pPr lvl="1"/>
            <a:r>
              <a:rPr lang="en-US" dirty="0" smtClean="0"/>
              <a:t>More</a:t>
            </a:r>
          </a:p>
        </p:txBody>
      </p:sp>
    </p:spTree>
    <p:extLst>
      <p:ext uri="{BB962C8B-B14F-4D97-AF65-F5344CB8AC3E}">
        <p14:creationId xmlns:p14="http://schemas.microsoft.com/office/powerpoint/2010/main" xmlns="" val="762813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Colectica Designer Walkthrough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EDDI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Importing / Converting existing sources into DDI 3</a:t>
            </a:r>
            <a:endParaRPr lang="en-US" dirty="0" smtClean="0"/>
          </a:p>
          <a:p>
            <a:r>
              <a:rPr lang="en-US" dirty="0" smtClean="0"/>
              <a:t>Survey Designer</a:t>
            </a:r>
            <a:endParaRPr lang="en-US" dirty="0" smtClean="0"/>
          </a:p>
          <a:p>
            <a:r>
              <a:rPr lang="en-US" dirty="0" smtClean="0"/>
              <a:t>Repository</a:t>
            </a:r>
          </a:p>
          <a:p>
            <a:pPr lvl="1"/>
            <a:r>
              <a:rPr lang="en-US" dirty="0" smtClean="0"/>
              <a:t>Multiple users / simultaneous editing</a:t>
            </a:r>
          </a:p>
          <a:p>
            <a:pPr lvl="1"/>
            <a:r>
              <a:rPr lang="en-US" dirty="0" smtClean="0"/>
              <a:t>Version history</a:t>
            </a:r>
          </a:p>
          <a:p>
            <a:pPr lvl="1"/>
            <a:r>
              <a:rPr lang="en-US" dirty="0" smtClean="0"/>
              <a:t>Checkout and </a:t>
            </a:r>
            <a:r>
              <a:rPr lang="en-US" dirty="0" err="1" smtClean="0"/>
              <a:t>Syncronization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026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762000"/>
          </a:xfrm>
        </p:spPr>
        <p:txBody>
          <a:bodyPr>
            <a:normAutofit/>
          </a:bodyPr>
          <a:lstStyle/>
          <a:p>
            <a:pPr algn="ctr"/>
            <a:r>
              <a:rPr lang="en-US" cap="none" dirty="0" smtClean="0"/>
              <a:t>Thank you</a:t>
            </a:r>
            <a:endParaRPr lang="en-US" cap="none" dirty="0"/>
          </a:p>
        </p:txBody>
      </p:sp>
      <p:pic>
        <p:nvPicPr>
          <p:cNvPr id="1028" name="Picture 4" descr="C:\Users\jeremy\svn\admin\PR\Assets\colectica\custom\colectica-green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3886200"/>
            <a:ext cx="3211512" cy="762000"/>
          </a:xfrm>
          <a:prstGeom prst="rect">
            <a:avLst/>
          </a:prstGeom>
          <a:noFill/>
        </p:spPr>
      </p:pic>
      <p:pic>
        <p:nvPicPr>
          <p:cNvPr id="1030" name="Picture 6" descr="C:\Users\jeremy\svn\admin\PR\Assets\brand\custom\algenta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6096000"/>
            <a:ext cx="2032000" cy="579438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362326" y="5105400"/>
            <a:ext cx="2629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http://www.colectica.com/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692835" y="1905000"/>
            <a:ext cx="1968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Dan Smith</a:t>
            </a:r>
            <a:endParaRPr lang="en-US" dirty="0" smtClean="0"/>
          </a:p>
          <a:p>
            <a:pPr algn="ctr"/>
            <a:r>
              <a:rPr lang="en-US" dirty="0" smtClean="0"/>
              <a:t>dan@colectica.com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06677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2329</TotalTime>
  <Words>221</Words>
  <Application>Microsoft Office PowerPoint</Application>
  <PresentationFormat>On-screen Show (4:3)</PresentationFormat>
  <Paragraphs>80</Paragraphs>
  <Slides>10</Slides>
  <Notes>10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Median</vt:lpstr>
      <vt:lpstr>Colectica: A Platform for DDI 3 based Metadata Management</vt:lpstr>
      <vt:lpstr>Slide 2</vt:lpstr>
      <vt:lpstr>Introduction</vt:lpstr>
      <vt:lpstr>Colectica Designer and Repository</vt:lpstr>
      <vt:lpstr>Colectica Reader – Free DDI 3 Viewer</vt:lpstr>
      <vt:lpstr>Creating and Managing DDI3</vt:lpstr>
      <vt:lpstr>Import into DDI 3</vt:lpstr>
      <vt:lpstr>Generation from DDI 3</vt:lpstr>
      <vt:lpstr>Colectica Designer Walkthrough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 Evaluation Information</dc:title>
  <dc:creator>jeremy</dc:creator>
  <cp:lastModifiedBy>dan</cp:lastModifiedBy>
  <cp:revision>122</cp:revision>
  <dcterms:created xsi:type="dcterms:W3CDTF">2010-01-14T16:46:22Z</dcterms:created>
  <dcterms:modified xsi:type="dcterms:W3CDTF">2010-12-09T00:04:39Z</dcterms:modified>
</cp:coreProperties>
</file>