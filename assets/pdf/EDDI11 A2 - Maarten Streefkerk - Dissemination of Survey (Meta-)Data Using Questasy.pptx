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diagrams/layout5.xml" ContentType="application/vnd.openxmlformats-officedocument.drawingml.diagram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diagrams/layout4.xml" ContentType="application/vnd.openxmlformats-officedocument.drawingml.diagram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21"/>
  </p:notesMasterIdLst>
  <p:handoutMasterIdLst>
    <p:handoutMasterId r:id="rId22"/>
  </p:handoutMasterIdLst>
  <p:sldIdLst>
    <p:sldId id="256" r:id="rId3"/>
    <p:sldId id="394" r:id="rId4"/>
    <p:sldId id="327" r:id="rId5"/>
    <p:sldId id="381" r:id="rId6"/>
    <p:sldId id="310" r:id="rId7"/>
    <p:sldId id="396" r:id="rId8"/>
    <p:sldId id="398" r:id="rId9"/>
    <p:sldId id="401" r:id="rId10"/>
    <p:sldId id="400" r:id="rId11"/>
    <p:sldId id="402" r:id="rId12"/>
    <p:sldId id="397" r:id="rId13"/>
    <p:sldId id="399" r:id="rId14"/>
    <p:sldId id="403" r:id="rId15"/>
    <p:sldId id="406" r:id="rId16"/>
    <p:sldId id="408" r:id="rId17"/>
    <p:sldId id="410" r:id="rId18"/>
    <p:sldId id="371" r:id="rId19"/>
    <p:sldId id="342" r:id="rId20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031"/>
    <a:srgbClr val="FCDE6E"/>
    <a:srgbClr val="B38601"/>
    <a:srgbClr val="C07C98"/>
    <a:srgbClr val="FFE66B"/>
    <a:srgbClr val="3F9DD3"/>
    <a:srgbClr val="31686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8367" autoAdjust="0"/>
    <p:restoredTop sz="75900" autoAdjust="0"/>
  </p:normalViewPr>
  <p:slideViewPr>
    <p:cSldViewPr>
      <p:cViewPr varScale="1">
        <p:scale>
          <a:sx n="85" d="100"/>
          <a:sy n="85" d="100"/>
        </p:scale>
        <p:origin x="-450" y="-96"/>
      </p:cViewPr>
      <p:guideLst>
        <p:guide orient="horz" pos="4156"/>
        <p:guide pos="93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4.xml"/><Relationship Id="rId1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sz="3600" dirty="0" smtClean="0"/>
            <a:t>Multiple panels</a:t>
          </a:r>
          <a:endParaRPr lang="nl-NL" sz="3600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73124E18-E9DE-4936-9C8B-9AAEBEDBFACA}">
      <dgm:prSet phldrT="[Text]" custT="1"/>
      <dgm:spPr/>
      <dgm:t>
        <a:bodyPr/>
        <a:lstStyle/>
        <a:p>
          <a:r>
            <a:rPr lang="en-US" sz="2600" dirty="0" smtClean="0">
              <a:solidFill>
                <a:schemeClr val="tx1"/>
              </a:solidFill>
            </a:rPr>
            <a:t>Agency-wide application</a:t>
          </a:r>
          <a:endParaRPr lang="nl-NL" sz="2600" dirty="0">
            <a:solidFill>
              <a:schemeClr val="tx1"/>
            </a:solidFill>
          </a:endParaRPr>
        </a:p>
      </dgm:t>
    </dgm:pt>
    <dgm:pt modelId="{AF01D244-1ACB-45E5-B47B-514150D7C2BB}" type="parTrans" cxnId="{ABE9FD7C-2946-431A-83FA-661E56082308}">
      <dgm:prSet/>
      <dgm:spPr/>
      <dgm:t>
        <a:bodyPr/>
        <a:lstStyle/>
        <a:p>
          <a:endParaRPr lang="nl-NL"/>
        </a:p>
      </dgm:t>
    </dgm:pt>
    <dgm:pt modelId="{5B03DD63-AD94-4053-A77F-0B2E1412709F}" type="sibTrans" cxnId="{ABE9FD7C-2946-431A-83FA-661E56082308}">
      <dgm:prSet/>
      <dgm:spPr/>
      <dgm:t>
        <a:bodyPr/>
        <a:lstStyle/>
        <a:p>
          <a:endParaRPr lang="nl-NL"/>
        </a:p>
      </dgm:t>
    </dgm:pt>
    <dgm:pt modelId="{6B646A50-2DF8-46F6-B27B-2BEB176925AC}">
      <dgm:prSet phldrT="[Text]" custT="1"/>
      <dgm:spPr/>
      <dgm:t>
        <a:bodyPr/>
        <a:lstStyle/>
        <a:p>
          <a:r>
            <a:rPr lang="en-US" sz="2600" dirty="0" smtClean="0">
              <a:solidFill>
                <a:schemeClr val="tx1"/>
              </a:solidFill>
            </a:rPr>
            <a:t>Question bank (</a:t>
          </a:r>
          <a:r>
            <a:rPr lang="en-US" sz="2600" smtClean="0">
              <a:solidFill>
                <a:schemeClr val="tx1"/>
              </a:solidFill>
            </a:rPr>
            <a:t>DDI ResourcePackages</a:t>
          </a:r>
          <a:r>
            <a:rPr lang="en-US" sz="2600" dirty="0" smtClean="0">
              <a:solidFill>
                <a:schemeClr val="tx1"/>
              </a:solidFill>
            </a:rPr>
            <a:t>)</a:t>
          </a:r>
          <a:endParaRPr lang="nl-NL" sz="2600" dirty="0">
            <a:solidFill>
              <a:schemeClr val="tx1"/>
            </a:solidFill>
          </a:endParaRPr>
        </a:p>
      </dgm:t>
    </dgm:pt>
    <dgm:pt modelId="{F7AC46A3-12D0-41AF-B78B-472119C071B5}" type="parTrans" cxnId="{5166EFB6-48BE-4D15-82D0-E66FE35E2EB0}">
      <dgm:prSet/>
      <dgm:spPr/>
      <dgm:t>
        <a:bodyPr/>
        <a:lstStyle/>
        <a:p>
          <a:endParaRPr lang="nl-NL"/>
        </a:p>
      </dgm:t>
    </dgm:pt>
    <dgm:pt modelId="{05712821-1F17-47E1-833B-2CD43A5567E8}" type="sibTrans" cxnId="{5166EFB6-48BE-4D15-82D0-E66FE35E2EB0}">
      <dgm:prSet/>
      <dgm:spPr/>
      <dgm:t>
        <a:bodyPr/>
        <a:lstStyle/>
        <a:p>
          <a:endParaRPr lang="nl-NL"/>
        </a:p>
      </dgm:t>
    </dgm:pt>
    <dgm:pt modelId="{7FE87361-EDB3-4080-8F94-B5D420273CE3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CFF11680-5DB6-42F6-8CC2-B65CF04FA623}" type="parTrans" cxnId="{E85E5159-977E-4148-A21C-A1EFD6C87468}">
      <dgm:prSet/>
      <dgm:spPr/>
      <dgm:t>
        <a:bodyPr/>
        <a:lstStyle/>
        <a:p>
          <a:endParaRPr lang="nl-NL"/>
        </a:p>
      </dgm:t>
    </dgm:pt>
    <dgm:pt modelId="{3586B276-13F8-45AD-B390-AA0A69658D93}" type="sibTrans" cxnId="{E85E5159-977E-4148-A21C-A1EFD6C87468}">
      <dgm:prSet/>
      <dgm:spPr/>
      <dgm:t>
        <a:bodyPr/>
        <a:lstStyle/>
        <a:p>
          <a:endParaRPr lang="nl-NL"/>
        </a:p>
      </dgm:t>
    </dgm:pt>
    <dgm:pt modelId="{D03B717D-DA53-4C7F-968E-D6A6598D9C33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8A81D166-5E8D-4738-8F25-599B9CA5A6D2}" type="parTrans" cxnId="{603D2613-8F83-4BDD-80F7-7B97B533F441}">
      <dgm:prSet/>
      <dgm:spPr/>
      <dgm:t>
        <a:bodyPr/>
        <a:lstStyle/>
        <a:p>
          <a:endParaRPr lang="nl-NL"/>
        </a:p>
      </dgm:t>
    </dgm:pt>
    <dgm:pt modelId="{64A73CF2-D644-4AFA-9784-631702214D79}" type="sibTrans" cxnId="{603D2613-8F83-4BDD-80F7-7B97B533F441}">
      <dgm:prSet/>
      <dgm:spPr/>
      <dgm:t>
        <a:bodyPr/>
        <a:lstStyle/>
        <a:p>
          <a:endParaRPr lang="nl-NL"/>
        </a:p>
      </dgm:t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3" custLinFactNeighborX="3382" custLinFactNeighborY="1990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E069E9E-02D7-4275-8D48-1B146BA7921D}" type="pres">
      <dgm:prSet presAssocID="{B3F42159-6BA6-4FC5-A3A6-C77E3D9747E1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DEC248A0-8238-4073-B2C7-5D175CFB7B5C}" type="pres">
      <dgm:prSet presAssocID="{7FE87361-EDB3-4080-8F94-B5D420273CE3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6E776EF-A91A-40A4-803E-9DF0EE71C3EC}" type="pres">
      <dgm:prSet presAssocID="{3586B276-13F8-45AD-B390-AA0A69658D93}" presName="spacer" presStyleCnt="0"/>
      <dgm:spPr/>
    </dgm:pt>
    <dgm:pt modelId="{F344F85C-1325-40DD-8076-40A5E6C5231D}" type="pres">
      <dgm:prSet presAssocID="{D03B717D-DA53-4C7F-968E-D6A6598D9C33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EF73201E-2AB6-4820-9A35-5987969CCE64}" type="presOf" srcId="{6B646A50-2DF8-46F6-B27B-2BEB176925AC}" destId="{1E069E9E-02D7-4275-8D48-1B146BA7921D}" srcOrd="0" destOrd="1" presId="urn:microsoft.com/office/officeart/2005/8/layout/vList2"/>
    <dgm:cxn modelId="{5166EFB6-48BE-4D15-82D0-E66FE35E2EB0}" srcId="{B3F42159-6BA6-4FC5-A3A6-C77E3D9747E1}" destId="{6B646A50-2DF8-46F6-B27B-2BEB176925AC}" srcOrd="1" destOrd="0" parTransId="{F7AC46A3-12D0-41AF-B78B-472119C071B5}" sibTransId="{05712821-1F17-47E1-833B-2CD43A5567E8}"/>
    <dgm:cxn modelId="{ABE9FD7C-2946-431A-83FA-661E56082308}" srcId="{B3F42159-6BA6-4FC5-A3A6-C77E3D9747E1}" destId="{73124E18-E9DE-4936-9C8B-9AAEBEDBFACA}" srcOrd="0" destOrd="0" parTransId="{AF01D244-1ACB-45E5-B47B-514150D7C2BB}" sibTransId="{5B03DD63-AD94-4053-A77F-0B2E1412709F}"/>
    <dgm:cxn modelId="{603D2613-8F83-4BDD-80F7-7B97B533F441}" srcId="{BF89F560-C63B-4925-B2BF-928E56CDDF88}" destId="{D03B717D-DA53-4C7F-968E-D6A6598D9C33}" srcOrd="2" destOrd="0" parTransId="{8A81D166-5E8D-4738-8F25-599B9CA5A6D2}" sibTransId="{64A73CF2-D644-4AFA-9784-631702214D79}"/>
    <dgm:cxn modelId="{63AAA8E0-7E1D-4A13-B436-87381C52714D}" type="presOf" srcId="{7FE87361-EDB3-4080-8F94-B5D420273CE3}" destId="{DEC248A0-8238-4073-B2C7-5D175CFB7B5C}" srcOrd="0" destOrd="0" presId="urn:microsoft.com/office/officeart/2005/8/layout/vList2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E85E5159-977E-4148-A21C-A1EFD6C87468}" srcId="{BF89F560-C63B-4925-B2BF-928E56CDDF88}" destId="{7FE87361-EDB3-4080-8F94-B5D420273CE3}" srcOrd="1" destOrd="0" parTransId="{CFF11680-5DB6-42F6-8CC2-B65CF04FA623}" sibTransId="{3586B276-13F8-45AD-B390-AA0A69658D93}"/>
    <dgm:cxn modelId="{B52D8C63-1D55-4F85-96A1-BDCC9AF4E386}" type="presOf" srcId="{B3F42159-6BA6-4FC5-A3A6-C77E3D9747E1}" destId="{303A2166-8B83-475B-88B4-FFEF8F2C0DA8}" srcOrd="0" destOrd="0" presId="urn:microsoft.com/office/officeart/2005/8/layout/vList2"/>
    <dgm:cxn modelId="{C006B211-FEFE-4D5C-890C-DA869593E202}" type="presOf" srcId="{73124E18-E9DE-4936-9C8B-9AAEBEDBFACA}" destId="{1E069E9E-02D7-4275-8D48-1B146BA7921D}" srcOrd="0" destOrd="0" presId="urn:microsoft.com/office/officeart/2005/8/layout/vList2"/>
    <dgm:cxn modelId="{B1BA7CA6-90EF-44D3-A59C-F75E879E961D}" type="presOf" srcId="{BF89F560-C63B-4925-B2BF-928E56CDDF88}" destId="{6DA2A44E-7305-4854-B540-74E561D5AAB2}" srcOrd="0" destOrd="0" presId="urn:microsoft.com/office/officeart/2005/8/layout/vList2"/>
    <dgm:cxn modelId="{D680166E-3021-46EC-B706-7B808DEA36E3}" type="presOf" srcId="{D03B717D-DA53-4C7F-968E-D6A6598D9C33}" destId="{F344F85C-1325-40DD-8076-40A5E6C5231D}" srcOrd="0" destOrd="0" presId="urn:microsoft.com/office/officeart/2005/8/layout/vList2"/>
    <dgm:cxn modelId="{5174C620-5A53-406D-B4E2-48D0885BCF9A}" type="presParOf" srcId="{6DA2A44E-7305-4854-B540-74E561D5AAB2}" destId="{303A2166-8B83-475B-88B4-FFEF8F2C0DA8}" srcOrd="0" destOrd="0" presId="urn:microsoft.com/office/officeart/2005/8/layout/vList2"/>
    <dgm:cxn modelId="{88427BD6-B1AE-463A-B3C3-0F00E0FC48A8}" type="presParOf" srcId="{6DA2A44E-7305-4854-B540-74E561D5AAB2}" destId="{1E069E9E-02D7-4275-8D48-1B146BA7921D}" srcOrd="1" destOrd="0" presId="urn:microsoft.com/office/officeart/2005/8/layout/vList2"/>
    <dgm:cxn modelId="{D3AE0FCF-3864-49B0-851C-1A7F1DCECBB6}" type="presParOf" srcId="{6DA2A44E-7305-4854-B540-74E561D5AAB2}" destId="{DEC248A0-8238-4073-B2C7-5D175CFB7B5C}" srcOrd="2" destOrd="0" presId="urn:microsoft.com/office/officeart/2005/8/layout/vList2"/>
    <dgm:cxn modelId="{E19DD0E5-983F-4ECE-9A71-61C9D2FC1BDF}" type="presParOf" srcId="{6DA2A44E-7305-4854-B540-74E561D5AAB2}" destId="{B6E776EF-A91A-40A4-803E-9DF0EE71C3EC}" srcOrd="3" destOrd="0" presId="urn:microsoft.com/office/officeart/2005/8/layout/vList2"/>
    <dgm:cxn modelId="{76B9FBFE-93D1-4CAC-9EDD-3B0EB74FCE91}" type="presParOf" srcId="{6DA2A44E-7305-4854-B540-74E561D5AAB2}" destId="{F344F85C-1325-40DD-8076-40A5E6C523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E6DB19-EE41-4716-844E-D33E46659628}" type="doc">
      <dgm:prSet loTypeId="urn:microsoft.com/office/officeart/2005/8/layout/orgChart1" loCatId="hierarchy" qsTypeId="urn:microsoft.com/office/officeart/2005/8/quickstyle/3d3" qsCatId="3D" csTypeId="urn:microsoft.com/office/officeart/2005/8/colors/accent2_5" csCatId="accent2"/>
      <dgm:spPr/>
    </dgm:pt>
    <dgm:pt modelId="{277035D4-81FB-4AA5-A53D-3FF80F40162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LISS panel</a:t>
          </a:r>
          <a:endParaRPr kumimoji="0" lang="nl-NL" b="1" i="0" u="none" strike="noStrike" cap="none" normalizeH="0" baseline="0" smtClean="0">
            <a:ln/>
            <a:effectLst/>
            <a:latin typeface="Arial" charset="0"/>
          </a:endParaRPr>
        </a:p>
      </dgm:t>
    </dgm:pt>
    <dgm:pt modelId="{559723A8-EA39-4A6A-B3F8-88E7E53DC71F}" type="parTrans" cxnId="{8970FCB0-F470-4801-8BD8-6097F7F73186}">
      <dgm:prSet/>
      <dgm:spPr/>
      <dgm:t>
        <a:bodyPr/>
        <a:lstStyle/>
        <a:p>
          <a:endParaRPr lang="nl-NL"/>
        </a:p>
      </dgm:t>
    </dgm:pt>
    <dgm:pt modelId="{E4F1139E-AF0B-4F89-96B7-D83321A536BB}" type="sibTrans" cxnId="{8970FCB0-F470-4801-8BD8-6097F7F73186}">
      <dgm:prSet/>
      <dgm:spPr/>
      <dgm:t>
        <a:bodyPr/>
        <a:lstStyle/>
        <a:p>
          <a:endParaRPr lang="nl-NL"/>
        </a:p>
      </dgm:t>
    </dgm:pt>
    <dgm:pt modelId="{CBE7712B-6802-49D4-8027-7168FBC7E84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Core Questionnaire: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Work &amp; Schooling</a:t>
          </a:r>
          <a:endParaRPr kumimoji="0" lang="nl-NL" b="0" i="0" u="none" strike="noStrike" cap="none" normalizeH="0" baseline="0" smtClean="0">
            <a:ln/>
            <a:effectLst/>
            <a:latin typeface="Arial" charset="0"/>
          </a:endParaRPr>
        </a:p>
      </dgm:t>
    </dgm:pt>
    <dgm:pt modelId="{EDFD5DAD-7D6C-4C04-B126-FF3D079731FD}" type="parTrans" cxnId="{7246ED6F-0C74-4628-8DFB-4560B9BD561E}">
      <dgm:prSet/>
      <dgm:spPr/>
      <dgm:t>
        <a:bodyPr/>
        <a:lstStyle/>
        <a:p>
          <a:endParaRPr lang="nl-NL"/>
        </a:p>
      </dgm:t>
    </dgm:pt>
    <dgm:pt modelId="{4CFF5081-291A-4FC9-B270-09DF8EA84F8B}" type="sibTrans" cxnId="{7246ED6F-0C74-4628-8DFB-4560B9BD561E}">
      <dgm:prSet/>
      <dgm:spPr/>
      <dgm:t>
        <a:bodyPr/>
        <a:lstStyle/>
        <a:p>
          <a:endParaRPr lang="nl-NL"/>
        </a:p>
      </dgm:t>
    </dgm:pt>
    <dgm:pt modelId="{93C8B81F-33FE-42B5-AD7A-9E6285B4656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Wave 1</a:t>
          </a:r>
          <a:endParaRPr kumimoji="0" lang="nl-NL" b="1" i="0" u="none" strike="noStrike" cap="none" normalizeH="0" baseline="0" smtClean="0">
            <a:ln/>
            <a:effectLst/>
            <a:latin typeface="Arial" charset="0"/>
          </a:endParaRPr>
        </a:p>
      </dgm:t>
    </dgm:pt>
    <dgm:pt modelId="{84500947-0937-4D8E-AA7F-977667D6580C}" type="parTrans" cxnId="{21F77827-C8B0-46E9-A4EE-FB86B5391CE0}">
      <dgm:prSet/>
      <dgm:spPr/>
      <dgm:t>
        <a:bodyPr/>
        <a:lstStyle/>
        <a:p>
          <a:endParaRPr lang="nl-NL"/>
        </a:p>
      </dgm:t>
    </dgm:pt>
    <dgm:pt modelId="{CAACAFFC-67AE-480E-BE96-BEE691565A94}" type="sibTrans" cxnId="{21F77827-C8B0-46E9-A4EE-FB86B5391CE0}">
      <dgm:prSet/>
      <dgm:spPr/>
      <dgm:t>
        <a:bodyPr/>
        <a:lstStyle/>
        <a:p>
          <a:endParaRPr lang="nl-NL"/>
        </a:p>
      </dgm:t>
    </dgm:pt>
    <dgm:pt modelId="{951D283F-E2C9-46E1-B2D6-1F76E9BF3F9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Wave 2</a:t>
          </a:r>
          <a:endParaRPr kumimoji="0" lang="nl-NL" b="1" i="0" u="none" strike="noStrike" cap="none" normalizeH="0" baseline="0" smtClean="0">
            <a:ln/>
            <a:effectLst/>
            <a:latin typeface="Arial" charset="0"/>
          </a:endParaRPr>
        </a:p>
      </dgm:t>
    </dgm:pt>
    <dgm:pt modelId="{0C13B1FD-B462-42DF-A32D-9BADD406BAA0}" type="parTrans" cxnId="{36A7C7E3-2F2E-40CD-80BF-1E38F0A5DE4D}">
      <dgm:prSet/>
      <dgm:spPr/>
      <dgm:t>
        <a:bodyPr/>
        <a:lstStyle/>
        <a:p>
          <a:endParaRPr lang="nl-NL"/>
        </a:p>
      </dgm:t>
    </dgm:pt>
    <dgm:pt modelId="{CC9BA885-5257-4B63-A6F5-8F6EA727670A}" type="sibTrans" cxnId="{36A7C7E3-2F2E-40CD-80BF-1E38F0A5DE4D}">
      <dgm:prSet/>
      <dgm:spPr/>
      <dgm:t>
        <a:bodyPr/>
        <a:lstStyle/>
        <a:p>
          <a:endParaRPr lang="nl-NL"/>
        </a:p>
      </dgm:t>
    </dgm:pt>
    <dgm:pt modelId="{C72CF2BD-D1A5-4106-A240-9D24215E563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Single Wave Study: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Higher Order Risk</a:t>
          </a:r>
          <a:endParaRPr kumimoji="0" lang="nl-NL" b="0" i="0" u="none" strike="noStrike" cap="none" normalizeH="0" baseline="0" smtClean="0">
            <a:ln/>
            <a:effectLst/>
            <a:latin typeface="Arial" charset="0"/>
          </a:endParaRPr>
        </a:p>
      </dgm:t>
    </dgm:pt>
    <dgm:pt modelId="{F67E1025-6E03-47CE-B275-C3BCAE09AC95}" type="parTrans" cxnId="{F9FA212C-9EBE-4C13-8B26-677881ABB3D5}">
      <dgm:prSet/>
      <dgm:spPr/>
      <dgm:t>
        <a:bodyPr/>
        <a:lstStyle/>
        <a:p>
          <a:endParaRPr lang="nl-NL"/>
        </a:p>
      </dgm:t>
    </dgm:pt>
    <dgm:pt modelId="{EF93A40B-7786-4BCB-908D-B797A8C2CACB}" type="sibTrans" cxnId="{F9FA212C-9EBE-4C13-8B26-677881ABB3D5}">
      <dgm:prSet/>
      <dgm:spPr/>
      <dgm:t>
        <a:bodyPr/>
        <a:lstStyle/>
        <a:p>
          <a:endParaRPr lang="nl-NL"/>
        </a:p>
      </dgm:t>
    </dgm:pt>
    <dgm:pt modelId="{C42F05C2-1FDC-40DF-981D-F3EA2618F26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Single Wave Study: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…</a:t>
          </a:r>
          <a:endParaRPr kumimoji="0" lang="nl-NL" b="0" i="0" u="none" strike="noStrike" cap="none" normalizeH="0" baseline="0" smtClean="0">
            <a:ln/>
            <a:effectLst/>
            <a:latin typeface="Arial" charset="0"/>
          </a:endParaRPr>
        </a:p>
      </dgm:t>
    </dgm:pt>
    <dgm:pt modelId="{87B2E1C7-FC6A-423E-95FD-8CCBA8196FC0}" type="parTrans" cxnId="{F5401EA0-9F44-43DE-8271-47441E3F70FA}">
      <dgm:prSet/>
      <dgm:spPr/>
      <dgm:t>
        <a:bodyPr/>
        <a:lstStyle/>
        <a:p>
          <a:endParaRPr lang="nl-NL"/>
        </a:p>
      </dgm:t>
    </dgm:pt>
    <dgm:pt modelId="{87CC9F74-5022-4233-BC23-6763A7981515}" type="sibTrans" cxnId="{F5401EA0-9F44-43DE-8271-47441E3F70FA}">
      <dgm:prSet/>
      <dgm:spPr/>
      <dgm:t>
        <a:bodyPr/>
        <a:lstStyle/>
        <a:p>
          <a:endParaRPr lang="nl-NL"/>
        </a:p>
      </dgm:t>
    </dgm:pt>
    <dgm:pt modelId="{A4E945BA-1A2F-4FE3-A532-303CBC61FAEB}" type="pres">
      <dgm:prSet presAssocID="{0AE6DB19-EE41-4716-844E-D33E466596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847C4C0-F565-44BB-B942-7893F214D25D}" type="pres">
      <dgm:prSet presAssocID="{277035D4-81FB-4AA5-A53D-3FF80F401620}" presName="hierRoot1" presStyleCnt="0">
        <dgm:presLayoutVars>
          <dgm:hierBranch/>
        </dgm:presLayoutVars>
      </dgm:prSet>
      <dgm:spPr/>
    </dgm:pt>
    <dgm:pt modelId="{81AA2168-921B-41F9-AE2D-FCC1CC11ACD1}" type="pres">
      <dgm:prSet presAssocID="{277035D4-81FB-4AA5-A53D-3FF80F401620}" presName="rootComposite1" presStyleCnt="0"/>
      <dgm:spPr/>
    </dgm:pt>
    <dgm:pt modelId="{706635E5-0E4D-40EC-8725-3AF6F70E6683}" type="pres">
      <dgm:prSet presAssocID="{277035D4-81FB-4AA5-A53D-3FF80F40162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534DD7EF-3570-4832-B021-34F67130AB12}" type="pres">
      <dgm:prSet presAssocID="{277035D4-81FB-4AA5-A53D-3FF80F401620}" presName="rootConnector1" presStyleLbl="node1" presStyleIdx="0" presStyleCnt="0"/>
      <dgm:spPr/>
      <dgm:t>
        <a:bodyPr/>
        <a:lstStyle/>
        <a:p>
          <a:endParaRPr lang="nl-NL"/>
        </a:p>
      </dgm:t>
    </dgm:pt>
    <dgm:pt modelId="{B2A1E99A-07B2-43A1-BF48-F3B2C8E5CE28}" type="pres">
      <dgm:prSet presAssocID="{277035D4-81FB-4AA5-A53D-3FF80F401620}" presName="hierChild2" presStyleCnt="0"/>
      <dgm:spPr/>
    </dgm:pt>
    <dgm:pt modelId="{A9442754-E7C3-4649-8581-FA8A9CB115AB}" type="pres">
      <dgm:prSet presAssocID="{EDFD5DAD-7D6C-4C04-B126-FF3D079731FD}" presName="Name35" presStyleLbl="parChTrans1D2" presStyleIdx="0" presStyleCnt="3"/>
      <dgm:spPr/>
      <dgm:t>
        <a:bodyPr/>
        <a:lstStyle/>
        <a:p>
          <a:endParaRPr lang="nl-NL"/>
        </a:p>
      </dgm:t>
    </dgm:pt>
    <dgm:pt modelId="{E66A3664-850E-4207-886C-2B9AA2B9DA94}" type="pres">
      <dgm:prSet presAssocID="{CBE7712B-6802-49D4-8027-7168FBC7E84A}" presName="hierRoot2" presStyleCnt="0">
        <dgm:presLayoutVars>
          <dgm:hierBranch/>
        </dgm:presLayoutVars>
      </dgm:prSet>
      <dgm:spPr/>
    </dgm:pt>
    <dgm:pt modelId="{097962F2-D7F9-4AE3-948F-490F26ABE0AD}" type="pres">
      <dgm:prSet presAssocID="{CBE7712B-6802-49D4-8027-7168FBC7E84A}" presName="rootComposite" presStyleCnt="0"/>
      <dgm:spPr/>
    </dgm:pt>
    <dgm:pt modelId="{A41B878D-0DEB-47FC-B268-361CA5CCD86D}" type="pres">
      <dgm:prSet presAssocID="{CBE7712B-6802-49D4-8027-7168FBC7E84A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EA94A842-8B5C-4F36-9E80-9836F5379012}" type="pres">
      <dgm:prSet presAssocID="{CBE7712B-6802-49D4-8027-7168FBC7E84A}" presName="rootConnector" presStyleLbl="node2" presStyleIdx="0" presStyleCnt="3"/>
      <dgm:spPr/>
      <dgm:t>
        <a:bodyPr/>
        <a:lstStyle/>
        <a:p>
          <a:endParaRPr lang="nl-NL"/>
        </a:p>
      </dgm:t>
    </dgm:pt>
    <dgm:pt modelId="{0992A7BE-3E48-42A1-B409-B7BB5223ACF3}" type="pres">
      <dgm:prSet presAssocID="{CBE7712B-6802-49D4-8027-7168FBC7E84A}" presName="hierChild4" presStyleCnt="0"/>
      <dgm:spPr/>
    </dgm:pt>
    <dgm:pt modelId="{C8592682-263E-43EF-862F-71F03DFF6D2D}" type="pres">
      <dgm:prSet presAssocID="{84500947-0937-4D8E-AA7F-977667D6580C}" presName="Name35" presStyleLbl="parChTrans1D3" presStyleIdx="0" presStyleCnt="2"/>
      <dgm:spPr/>
      <dgm:t>
        <a:bodyPr/>
        <a:lstStyle/>
        <a:p>
          <a:endParaRPr lang="nl-NL"/>
        </a:p>
      </dgm:t>
    </dgm:pt>
    <dgm:pt modelId="{BF8EC7C5-C035-4D47-9390-1ED57C5AC430}" type="pres">
      <dgm:prSet presAssocID="{93C8B81F-33FE-42B5-AD7A-9E6285B46567}" presName="hierRoot2" presStyleCnt="0">
        <dgm:presLayoutVars>
          <dgm:hierBranch val="r"/>
        </dgm:presLayoutVars>
      </dgm:prSet>
      <dgm:spPr/>
    </dgm:pt>
    <dgm:pt modelId="{AB8E35AD-9F77-4817-82E6-1D8F15490876}" type="pres">
      <dgm:prSet presAssocID="{93C8B81F-33FE-42B5-AD7A-9E6285B46567}" presName="rootComposite" presStyleCnt="0"/>
      <dgm:spPr/>
    </dgm:pt>
    <dgm:pt modelId="{C70A9287-3281-4ED0-9B64-12E3BD83CFD9}" type="pres">
      <dgm:prSet presAssocID="{93C8B81F-33FE-42B5-AD7A-9E6285B46567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F4DBD873-EB10-4FB0-AEDE-DBCBF20224BE}" type="pres">
      <dgm:prSet presAssocID="{93C8B81F-33FE-42B5-AD7A-9E6285B46567}" presName="rootConnector" presStyleLbl="node3" presStyleIdx="0" presStyleCnt="2"/>
      <dgm:spPr/>
      <dgm:t>
        <a:bodyPr/>
        <a:lstStyle/>
        <a:p>
          <a:endParaRPr lang="nl-NL"/>
        </a:p>
      </dgm:t>
    </dgm:pt>
    <dgm:pt modelId="{02CD9F23-B441-47A2-8493-412D7A68D218}" type="pres">
      <dgm:prSet presAssocID="{93C8B81F-33FE-42B5-AD7A-9E6285B46567}" presName="hierChild4" presStyleCnt="0"/>
      <dgm:spPr/>
    </dgm:pt>
    <dgm:pt modelId="{1E6BC515-ADB7-4420-980C-0AD383752FBC}" type="pres">
      <dgm:prSet presAssocID="{93C8B81F-33FE-42B5-AD7A-9E6285B46567}" presName="hierChild5" presStyleCnt="0"/>
      <dgm:spPr/>
    </dgm:pt>
    <dgm:pt modelId="{33879DAC-D91F-4A60-98AE-637282D97576}" type="pres">
      <dgm:prSet presAssocID="{0C13B1FD-B462-42DF-A32D-9BADD406BAA0}" presName="Name35" presStyleLbl="parChTrans1D3" presStyleIdx="1" presStyleCnt="2"/>
      <dgm:spPr/>
      <dgm:t>
        <a:bodyPr/>
        <a:lstStyle/>
        <a:p>
          <a:endParaRPr lang="nl-NL"/>
        </a:p>
      </dgm:t>
    </dgm:pt>
    <dgm:pt modelId="{BEDB8BE6-9D8B-4238-9822-740E12BB64BA}" type="pres">
      <dgm:prSet presAssocID="{951D283F-E2C9-46E1-B2D6-1F76E9BF3F9D}" presName="hierRoot2" presStyleCnt="0">
        <dgm:presLayoutVars>
          <dgm:hierBranch val="r"/>
        </dgm:presLayoutVars>
      </dgm:prSet>
      <dgm:spPr/>
    </dgm:pt>
    <dgm:pt modelId="{6489F33C-BE84-4D7F-950F-A8A66338FCA3}" type="pres">
      <dgm:prSet presAssocID="{951D283F-E2C9-46E1-B2D6-1F76E9BF3F9D}" presName="rootComposite" presStyleCnt="0"/>
      <dgm:spPr/>
    </dgm:pt>
    <dgm:pt modelId="{6071BA24-08CC-4429-9D56-DC6B95EC1F1C}" type="pres">
      <dgm:prSet presAssocID="{951D283F-E2C9-46E1-B2D6-1F76E9BF3F9D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8BBE22FB-E19E-49EE-AAA9-072F06153338}" type="pres">
      <dgm:prSet presAssocID="{951D283F-E2C9-46E1-B2D6-1F76E9BF3F9D}" presName="rootConnector" presStyleLbl="node3" presStyleIdx="1" presStyleCnt="2"/>
      <dgm:spPr/>
      <dgm:t>
        <a:bodyPr/>
        <a:lstStyle/>
        <a:p>
          <a:endParaRPr lang="nl-NL"/>
        </a:p>
      </dgm:t>
    </dgm:pt>
    <dgm:pt modelId="{A1D95B94-005E-4420-8E6A-D51A83DD3C53}" type="pres">
      <dgm:prSet presAssocID="{951D283F-E2C9-46E1-B2D6-1F76E9BF3F9D}" presName="hierChild4" presStyleCnt="0"/>
      <dgm:spPr/>
    </dgm:pt>
    <dgm:pt modelId="{BCB6B49D-062F-4CA3-981C-EAD5A6947255}" type="pres">
      <dgm:prSet presAssocID="{951D283F-E2C9-46E1-B2D6-1F76E9BF3F9D}" presName="hierChild5" presStyleCnt="0"/>
      <dgm:spPr/>
    </dgm:pt>
    <dgm:pt modelId="{2A99F528-54AB-48D5-9923-11294022E0D5}" type="pres">
      <dgm:prSet presAssocID="{CBE7712B-6802-49D4-8027-7168FBC7E84A}" presName="hierChild5" presStyleCnt="0"/>
      <dgm:spPr/>
    </dgm:pt>
    <dgm:pt modelId="{7A4D5E1B-B4B3-434E-A42F-F66B1A567BFE}" type="pres">
      <dgm:prSet presAssocID="{F67E1025-6E03-47CE-B275-C3BCAE09AC95}" presName="Name35" presStyleLbl="parChTrans1D2" presStyleIdx="1" presStyleCnt="3"/>
      <dgm:spPr/>
      <dgm:t>
        <a:bodyPr/>
        <a:lstStyle/>
        <a:p>
          <a:endParaRPr lang="nl-NL"/>
        </a:p>
      </dgm:t>
    </dgm:pt>
    <dgm:pt modelId="{6FE34C34-F264-4C79-9F9F-1AB80F085197}" type="pres">
      <dgm:prSet presAssocID="{C72CF2BD-D1A5-4106-A240-9D24215E563A}" presName="hierRoot2" presStyleCnt="0">
        <dgm:presLayoutVars>
          <dgm:hierBranch/>
        </dgm:presLayoutVars>
      </dgm:prSet>
      <dgm:spPr/>
    </dgm:pt>
    <dgm:pt modelId="{4DE7C4EE-CCFD-46BC-B128-3C57B99E03DC}" type="pres">
      <dgm:prSet presAssocID="{C72CF2BD-D1A5-4106-A240-9D24215E563A}" presName="rootComposite" presStyleCnt="0"/>
      <dgm:spPr/>
    </dgm:pt>
    <dgm:pt modelId="{91B10345-29AF-4AA6-B394-79D6926C097F}" type="pres">
      <dgm:prSet presAssocID="{C72CF2BD-D1A5-4106-A240-9D24215E563A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2915A2C2-95A4-47B4-97BA-E531C4E6EBB2}" type="pres">
      <dgm:prSet presAssocID="{C72CF2BD-D1A5-4106-A240-9D24215E563A}" presName="rootConnector" presStyleLbl="node2" presStyleIdx="1" presStyleCnt="3"/>
      <dgm:spPr/>
      <dgm:t>
        <a:bodyPr/>
        <a:lstStyle/>
        <a:p>
          <a:endParaRPr lang="nl-NL"/>
        </a:p>
      </dgm:t>
    </dgm:pt>
    <dgm:pt modelId="{DB7E4304-3F51-42C4-A3E4-E4CCDAD94CAD}" type="pres">
      <dgm:prSet presAssocID="{C72CF2BD-D1A5-4106-A240-9D24215E563A}" presName="hierChild4" presStyleCnt="0"/>
      <dgm:spPr/>
    </dgm:pt>
    <dgm:pt modelId="{D33A02D2-A103-4221-AD4C-410F73FD7B9D}" type="pres">
      <dgm:prSet presAssocID="{C72CF2BD-D1A5-4106-A240-9D24215E563A}" presName="hierChild5" presStyleCnt="0"/>
      <dgm:spPr/>
    </dgm:pt>
    <dgm:pt modelId="{5C0DD456-C579-4745-B3E5-246B81DAA799}" type="pres">
      <dgm:prSet presAssocID="{87B2E1C7-FC6A-423E-95FD-8CCBA8196FC0}" presName="Name35" presStyleLbl="parChTrans1D2" presStyleIdx="2" presStyleCnt="3"/>
      <dgm:spPr/>
      <dgm:t>
        <a:bodyPr/>
        <a:lstStyle/>
        <a:p>
          <a:endParaRPr lang="nl-NL"/>
        </a:p>
      </dgm:t>
    </dgm:pt>
    <dgm:pt modelId="{C007201B-848B-4AD7-BF85-B0FD77671D35}" type="pres">
      <dgm:prSet presAssocID="{C42F05C2-1FDC-40DF-981D-F3EA2618F264}" presName="hierRoot2" presStyleCnt="0">
        <dgm:presLayoutVars>
          <dgm:hierBranch/>
        </dgm:presLayoutVars>
      </dgm:prSet>
      <dgm:spPr/>
    </dgm:pt>
    <dgm:pt modelId="{40EBE5E9-5A07-4830-B140-71FE250554C1}" type="pres">
      <dgm:prSet presAssocID="{C42F05C2-1FDC-40DF-981D-F3EA2618F264}" presName="rootComposite" presStyleCnt="0"/>
      <dgm:spPr/>
    </dgm:pt>
    <dgm:pt modelId="{0DA441CA-94F2-478E-91A9-0293023186A7}" type="pres">
      <dgm:prSet presAssocID="{C42F05C2-1FDC-40DF-981D-F3EA2618F264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8BA2C045-C475-4769-B003-8DC865479A26}" type="pres">
      <dgm:prSet presAssocID="{C42F05C2-1FDC-40DF-981D-F3EA2618F264}" presName="rootConnector" presStyleLbl="node2" presStyleIdx="2" presStyleCnt="3"/>
      <dgm:spPr/>
      <dgm:t>
        <a:bodyPr/>
        <a:lstStyle/>
        <a:p>
          <a:endParaRPr lang="nl-NL"/>
        </a:p>
      </dgm:t>
    </dgm:pt>
    <dgm:pt modelId="{0253123B-CFF1-494D-AED7-FFD15CAF6460}" type="pres">
      <dgm:prSet presAssocID="{C42F05C2-1FDC-40DF-981D-F3EA2618F264}" presName="hierChild4" presStyleCnt="0"/>
      <dgm:spPr/>
    </dgm:pt>
    <dgm:pt modelId="{9B25040F-0003-4A21-BB2C-DDD46B4386D4}" type="pres">
      <dgm:prSet presAssocID="{C42F05C2-1FDC-40DF-981D-F3EA2618F264}" presName="hierChild5" presStyleCnt="0"/>
      <dgm:spPr/>
    </dgm:pt>
    <dgm:pt modelId="{D02414FD-440F-41CD-B92D-8969570D4D5F}" type="pres">
      <dgm:prSet presAssocID="{277035D4-81FB-4AA5-A53D-3FF80F401620}" presName="hierChild3" presStyleCnt="0"/>
      <dgm:spPr/>
    </dgm:pt>
  </dgm:ptLst>
  <dgm:cxnLst>
    <dgm:cxn modelId="{16D3F277-5D88-4DF6-BD50-CE995705D5C2}" type="presOf" srcId="{CBE7712B-6802-49D4-8027-7168FBC7E84A}" destId="{A41B878D-0DEB-47FC-B268-361CA5CCD86D}" srcOrd="0" destOrd="0" presId="urn:microsoft.com/office/officeart/2005/8/layout/orgChart1"/>
    <dgm:cxn modelId="{7246ED6F-0C74-4628-8DFB-4560B9BD561E}" srcId="{277035D4-81FB-4AA5-A53D-3FF80F401620}" destId="{CBE7712B-6802-49D4-8027-7168FBC7E84A}" srcOrd="0" destOrd="0" parTransId="{EDFD5DAD-7D6C-4C04-B126-FF3D079731FD}" sibTransId="{4CFF5081-291A-4FC9-B270-09DF8EA84F8B}"/>
    <dgm:cxn modelId="{5ABFFD1E-413E-43F7-B2EE-72F4A7F2642B}" type="presOf" srcId="{CBE7712B-6802-49D4-8027-7168FBC7E84A}" destId="{EA94A842-8B5C-4F36-9E80-9836F5379012}" srcOrd="1" destOrd="0" presId="urn:microsoft.com/office/officeart/2005/8/layout/orgChart1"/>
    <dgm:cxn modelId="{7096C2E0-D777-429E-8B6F-1F39EFA3F475}" type="presOf" srcId="{84500947-0937-4D8E-AA7F-977667D6580C}" destId="{C8592682-263E-43EF-862F-71F03DFF6D2D}" srcOrd="0" destOrd="0" presId="urn:microsoft.com/office/officeart/2005/8/layout/orgChart1"/>
    <dgm:cxn modelId="{65DC5B94-5D76-4BD4-A3DD-AAD1B130068D}" type="presOf" srcId="{C42F05C2-1FDC-40DF-981D-F3EA2618F264}" destId="{0DA441CA-94F2-478E-91A9-0293023186A7}" srcOrd="0" destOrd="0" presId="urn:microsoft.com/office/officeart/2005/8/layout/orgChart1"/>
    <dgm:cxn modelId="{21F77827-C8B0-46E9-A4EE-FB86B5391CE0}" srcId="{CBE7712B-6802-49D4-8027-7168FBC7E84A}" destId="{93C8B81F-33FE-42B5-AD7A-9E6285B46567}" srcOrd="0" destOrd="0" parTransId="{84500947-0937-4D8E-AA7F-977667D6580C}" sibTransId="{CAACAFFC-67AE-480E-BE96-BEE691565A94}"/>
    <dgm:cxn modelId="{F5401EA0-9F44-43DE-8271-47441E3F70FA}" srcId="{277035D4-81FB-4AA5-A53D-3FF80F401620}" destId="{C42F05C2-1FDC-40DF-981D-F3EA2618F264}" srcOrd="2" destOrd="0" parTransId="{87B2E1C7-FC6A-423E-95FD-8CCBA8196FC0}" sibTransId="{87CC9F74-5022-4233-BC23-6763A7981515}"/>
    <dgm:cxn modelId="{60821C29-F3F5-4598-BFA0-B0D92A48DD7B}" type="presOf" srcId="{C72CF2BD-D1A5-4106-A240-9D24215E563A}" destId="{91B10345-29AF-4AA6-B394-79D6926C097F}" srcOrd="0" destOrd="0" presId="urn:microsoft.com/office/officeart/2005/8/layout/orgChart1"/>
    <dgm:cxn modelId="{36A7C7E3-2F2E-40CD-80BF-1E38F0A5DE4D}" srcId="{CBE7712B-6802-49D4-8027-7168FBC7E84A}" destId="{951D283F-E2C9-46E1-B2D6-1F76E9BF3F9D}" srcOrd="1" destOrd="0" parTransId="{0C13B1FD-B462-42DF-A32D-9BADD406BAA0}" sibTransId="{CC9BA885-5257-4B63-A6F5-8F6EA727670A}"/>
    <dgm:cxn modelId="{0B52C95F-5EA1-42B1-9E7D-8647160A65A5}" type="presOf" srcId="{0AE6DB19-EE41-4716-844E-D33E46659628}" destId="{A4E945BA-1A2F-4FE3-A532-303CBC61FAEB}" srcOrd="0" destOrd="0" presId="urn:microsoft.com/office/officeart/2005/8/layout/orgChart1"/>
    <dgm:cxn modelId="{8970FCB0-F470-4801-8BD8-6097F7F73186}" srcId="{0AE6DB19-EE41-4716-844E-D33E46659628}" destId="{277035D4-81FB-4AA5-A53D-3FF80F401620}" srcOrd="0" destOrd="0" parTransId="{559723A8-EA39-4A6A-B3F8-88E7E53DC71F}" sibTransId="{E4F1139E-AF0B-4F89-96B7-D83321A536BB}"/>
    <dgm:cxn modelId="{90E2965A-58E4-40BD-8BFC-0D85D1B38081}" type="presOf" srcId="{951D283F-E2C9-46E1-B2D6-1F76E9BF3F9D}" destId="{8BBE22FB-E19E-49EE-AAA9-072F06153338}" srcOrd="1" destOrd="0" presId="urn:microsoft.com/office/officeart/2005/8/layout/orgChart1"/>
    <dgm:cxn modelId="{BA7EF224-19F5-4873-B399-3C4E93FFD4FC}" type="presOf" srcId="{0C13B1FD-B462-42DF-A32D-9BADD406BAA0}" destId="{33879DAC-D91F-4A60-98AE-637282D97576}" srcOrd="0" destOrd="0" presId="urn:microsoft.com/office/officeart/2005/8/layout/orgChart1"/>
    <dgm:cxn modelId="{92FF728E-DB0B-4422-BACF-B428A523C6F6}" type="presOf" srcId="{277035D4-81FB-4AA5-A53D-3FF80F401620}" destId="{534DD7EF-3570-4832-B021-34F67130AB12}" srcOrd="1" destOrd="0" presId="urn:microsoft.com/office/officeart/2005/8/layout/orgChart1"/>
    <dgm:cxn modelId="{CBBABDFA-990E-4CA4-88F5-6243FE7CA18C}" type="presOf" srcId="{C42F05C2-1FDC-40DF-981D-F3EA2618F264}" destId="{8BA2C045-C475-4769-B003-8DC865479A26}" srcOrd="1" destOrd="0" presId="urn:microsoft.com/office/officeart/2005/8/layout/orgChart1"/>
    <dgm:cxn modelId="{64240E73-3929-4112-919C-210D646A5A8A}" type="presOf" srcId="{87B2E1C7-FC6A-423E-95FD-8CCBA8196FC0}" destId="{5C0DD456-C579-4745-B3E5-246B81DAA799}" srcOrd="0" destOrd="0" presId="urn:microsoft.com/office/officeart/2005/8/layout/orgChart1"/>
    <dgm:cxn modelId="{70162E46-FEED-45BC-B2B9-6F11DBCB75DA}" type="presOf" srcId="{F67E1025-6E03-47CE-B275-C3BCAE09AC95}" destId="{7A4D5E1B-B4B3-434E-A42F-F66B1A567BFE}" srcOrd="0" destOrd="0" presId="urn:microsoft.com/office/officeart/2005/8/layout/orgChart1"/>
    <dgm:cxn modelId="{35492219-8C4E-4F44-B5C5-E79270BE8F96}" type="presOf" srcId="{C72CF2BD-D1A5-4106-A240-9D24215E563A}" destId="{2915A2C2-95A4-47B4-97BA-E531C4E6EBB2}" srcOrd="1" destOrd="0" presId="urn:microsoft.com/office/officeart/2005/8/layout/orgChart1"/>
    <dgm:cxn modelId="{F9FA212C-9EBE-4C13-8B26-677881ABB3D5}" srcId="{277035D4-81FB-4AA5-A53D-3FF80F401620}" destId="{C72CF2BD-D1A5-4106-A240-9D24215E563A}" srcOrd="1" destOrd="0" parTransId="{F67E1025-6E03-47CE-B275-C3BCAE09AC95}" sibTransId="{EF93A40B-7786-4BCB-908D-B797A8C2CACB}"/>
    <dgm:cxn modelId="{11E960EE-ECDA-4E34-85D6-BD8BC4088FC9}" type="presOf" srcId="{93C8B81F-33FE-42B5-AD7A-9E6285B46567}" destId="{C70A9287-3281-4ED0-9B64-12E3BD83CFD9}" srcOrd="0" destOrd="0" presId="urn:microsoft.com/office/officeart/2005/8/layout/orgChart1"/>
    <dgm:cxn modelId="{03B03345-3BE5-486F-915D-C34EB2078A7D}" type="presOf" srcId="{951D283F-E2C9-46E1-B2D6-1F76E9BF3F9D}" destId="{6071BA24-08CC-4429-9D56-DC6B95EC1F1C}" srcOrd="0" destOrd="0" presId="urn:microsoft.com/office/officeart/2005/8/layout/orgChart1"/>
    <dgm:cxn modelId="{032DF31B-46BA-4291-80DE-372D59309E31}" type="presOf" srcId="{EDFD5DAD-7D6C-4C04-B126-FF3D079731FD}" destId="{A9442754-E7C3-4649-8581-FA8A9CB115AB}" srcOrd="0" destOrd="0" presId="urn:microsoft.com/office/officeart/2005/8/layout/orgChart1"/>
    <dgm:cxn modelId="{6EFF79A2-5750-4C82-9EBB-D94BD1073795}" type="presOf" srcId="{93C8B81F-33FE-42B5-AD7A-9E6285B46567}" destId="{F4DBD873-EB10-4FB0-AEDE-DBCBF20224BE}" srcOrd="1" destOrd="0" presId="urn:microsoft.com/office/officeart/2005/8/layout/orgChart1"/>
    <dgm:cxn modelId="{855C7373-06E8-40C9-8882-C111BB3E1899}" type="presOf" srcId="{277035D4-81FB-4AA5-A53D-3FF80F401620}" destId="{706635E5-0E4D-40EC-8725-3AF6F70E6683}" srcOrd="0" destOrd="0" presId="urn:microsoft.com/office/officeart/2005/8/layout/orgChart1"/>
    <dgm:cxn modelId="{6D6956BA-8B4D-4AD5-8197-0B93FCB28D72}" type="presParOf" srcId="{A4E945BA-1A2F-4FE3-A532-303CBC61FAEB}" destId="{F847C4C0-F565-44BB-B942-7893F214D25D}" srcOrd="0" destOrd="0" presId="urn:microsoft.com/office/officeart/2005/8/layout/orgChart1"/>
    <dgm:cxn modelId="{CE0C1922-0B26-474C-925B-A639851D7BD7}" type="presParOf" srcId="{F847C4C0-F565-44BB-B942-7893F214D25D}" destId="{81AA2168-921B-41F9-AE2D-FCC1CC11ACD1}" srcOrd="0" destOrd="0" presId="urn:microsoft.com/office/officeart/2005/8/layout/orgChart1"/>
    <dgm:cxn modelId="{343A975F-349C-4BA3-A231-5931AC8B4BC3}" type="presParOf" srcId="{81AA2168-921B-41F9-AE2D-FCC1CC11ACD1}" destId="{706635E5-0E4D-40EC-8725-3AF6F70E6683}" srcOrd="0" destOrd="0" presId="urn:microsoft.com/office/officeart/2005/8/layout/orgChart1"/>
    <dgm:cxn modelId="{396F0709-A89B-4A41-9912-E79AF3244865}" type="presParOf" srcId="{81AA2168-921B-41F9-AE2D-FCC1CC11ACD1}" destId="{534DD7EF-3570-4832-B021-34F67130AB12}" srcOrd="1" destOrd="0" presId="urn:microsoft.com/office/officeart/2005/8/layout/orgChart1"/>
    <dgm:cxn modelId="{DB4D3D1A-25A8-4974-B9C6-6F61D8D7FCDB}" type="presParOf" srcId="{F847C4C0-F565-44BB-B942-7893F214D25D}" destId="{B2A1E99A-07B2-43A1-BF48-F3B2C8E5CE28}" srcOrd="1" destOrd="0" presId="urn:microsoft.com/office/officeart/2005/8/layout/orgChart1"/>
    <dgm:cxn modelId="{46E70931-69A4-45BA-BAAF-45E2C96A25ED}" type="presParOf" srcId="{B2A1E99A-07B2-43A1-BF48-F3B2C8E5CE28}" destId="{A9442754-E7C3-4649-8581-FA8A9CB115AB}" srcOrd="0" destOrd="0" presId="urn:microsoft.com/office/officeart/2005/8/layout/orgChart1"/>
    <dgm:cxn modelId="{91C920D9-035E-4A2E-9AC3-D765216ED774}" type="presParOf" srcId="{B2A1E99A-07B2-43A1-BF48-F3B2C8E5CE28}" destId="{E66A3664-850E-4207-886C-2B9AA2B9DA94}" srcOrd="1" destOrd="0" presId="urn:microsoft.com/office/officeart/2005/8/layout/orgChart1"/>
    <dgm:cxn modelId="{02B7BCCA-0CF4-4657-8DEA-191486909B34}" type="presParOf" srcId="{E66A3664-850E-4207-886C-2B9AA2B9DA94}" destId="{097962F2-D7F9-4AE3-948F-490F26ABE0AD}" srcOrd="0" destOrd="0" presId="urn:microsoft.com/office/officeart/2005/8/layout/orgChart1"/>
    <dgm:cxn modelId="{9B42EA3A-6DE6-4201-AA5D-DB1FD37682AB}" type="presParOf" srcId="{097962F2-D7F9-4AE3-948F-490F26ABE0AD}" destId="{A41B878D-0DEB-47FC-B268-361CA5CCD86D}" srcOrd="0" destOrd="0" presId="urn:microsoft.com/office/officeart/2005/8/layout/orgChart1"/>
    <dgm:cxn modelId="{DA8B7384-DB00-4F62-9CEF-9BD562B46442}" type="presParOf" srcId="{097962F2-D7F9-4AE3-948F-490F26ABE0AD}" destId="{EA94A842-8B5C-4F36-9E80-9836F5379012}" srcOrd="1" destOrd="0" presId="urn:microsoft.com/office/officeart/2005/8/layout/orgChart1"/>
    <dgm:cxn modelId="{B8EC7298-F579-49EB-9C86-363EC4E1C585}" type="presParOf" srcId="{E66A3664-850E-4207-886C-2B9AA2B9DA94}" destId="{0992A7BE-3E48-42A1-B409-B7BB5223ACF3}" srcOrd="1" destOrd="0" presId="urn:microsoft.com/office/officeart/2005/8/layout/orgChart1"/>
    <dgm:cxn modelId="{63E32176-54D7-4F04-90A3-1440471DA5AB}" type="presParOf" srcId="{0992A7BE-3E48-42A1-B409-B7BB5223ACF3}" destId="{C8592682-263E-43EF-862F-71F03DFF6D2D}" srcOrd="0" destOrd="0" presId="urn:microsoft.com/office/officeart/2005/8/layout/orgChart1"/>
    <dgm:cxn modelId="{74A96735-2602-4633-85E5-71A31204EF6A}" type="presParOf" srcId="{0992A7BE-3E48-42A1-B409-B7BB5223ACF3}" destId="{BF8EC7C5-C035-4D47-9390-1ED57C5AC430}" srcOrd="1" destOrd="0" presId="urn:microsoft.com/office/officeart/2005/8/layout/orgChart1"/>
    <dgm:cxn modelId="{B03C85C3-79B4-4C4F-B439-49F35CA47FEE}" type="presParOf" srcId="{BF8EC7C5-C035-4D47-9390-1ED57C5AC430}" destId="{AB8E35AD-9F77-4817-82E6-1D8F15490876}" srcOrd="0" destOrd="0" presId="urn:microsoft.com/office/officeart/2005/8/layout/orgChart1"/>
    <dgm:cxn modelId="{DC444203-A2DE-477E-8ADF-E414A0CA9E2E}" type="presParOf" srcId="{AB8E35AD-9F77-4817-82E6-1D8F15490876}" destId="{C70A9287-3281-4ED0-9B64-12E3BD83CFD9}" srcOrd="0" destOrd="0" presId="urn:microsoft.com/office/officeart/2005/8/layout/orgChart1"/>
    <dgm:cxn modelId="{43A22106-4969-405D-9C99-66DECDA1323B}" type="presParOf" srcId="{AB8E35AD-9F77-4817-82E6-1D8F15490876}" destId="{F4DBD873-EB10-4FB0-AEDE-DBCBF20224BE}" srcOrd="1" destOrd="0" presId="urn:microsoft.com/office/officeart/2005/8/layout/orgChart1"/>
    <dgm:cxn modelId="{F67A6982-EA25-4F65-82CF-AAE702183CF2}" type="presParOf" srcId="{BF8EC7C5-C035-4D47-9390-1ED57C5AC430}" destId="{02CD9F23-B441-47A2-8493-412D7A68D218}" srcOrd="1" destOrd="0" presId="urn:microsoft.com/office/officeart/2005/8/layout/orgChart1"/>
    <dgm:cxn modelId="{B3D10FFB-02D1-4798-A63C-372CE69379B1}" type="presParOf" srcId="{BF8EC7C5-C035-4D47-9390-1ED57C5AC430}" destId="{1E6BC515-ADB7-4420-980C-0AD383752FBC}" srcOrd="2" destOrd="0" presId="urn:microsoft.com/office/officeart/2005/8/layout/orgChart1"/>
    <dgm:cxn modelId="{C01D1D71-A8E3-4B50-9152-0C06CE919555}" type="presParOf" srcId="{0992A7BE-3E48-42A1-B409-B7BB5223ACF3}" destId="{33879DAC-D91F-4A60-98AE-637282D97576}" srcOrd="2" destOrd="0" presId="urn:microsoft.com/office/officeart/2005/8/layout/orgChart1"/>
    <dgm:cxn modelId="{300DF089-5BA5-4A89-81F1-CBBB96A119E6}" type="presParOf" srcId="{0992A7BE-3E48-42A1-B409-B7BB5223ACF3}" destId="{BEDB8BE6-9D8B-4238-9822-740E12BB64BA}" srcOrd="3" destOrd="0" presId="urn:microsoft.com/office/officeart/2005/8/layout/orgChart1"/>
    <dgm:cxn modelId="{D3820EEF-EEB5-4C9A-B792-6C451A706430}" type="presParOf" srcId="{BEDB8BE6-9D8B-4238-9822-740E12BB64BA}" destId="{6489F33C-BE84-4D7F-950F-A8A66338FCA3}" srcOrd="0" destOrd="0" presId="urn:microsoft.com/office/officeart/2005/8/layout/orgChart1"/>
    <dgm:cxn modelId="{667CBA90-B9CD-48B0-A235-EAD9F93D0175}" type="presParOf" srcId="{6489F33C-BE84-4D7F-950F-A8A66338FCA3}" destId="{6071BA24-08CC-4429-9D56-DC6B95EC1F1C}" srcOrd="0" destOrd="0" presId="urn:microsoft.com/office/officeart/2005/8/layout/orgChart1"/>
    <dgm:cxn modelId="{9EDD7FDA-80E7-4FB9-8AED-25D633306822}" type="presParOf" srcId="{6489F33C-BE84-4D7F-950F-A8A66338FCA3}" destId="{8BBE22FB-E19E-49EE-AAA9-072F06153338}" srcOrd="1" destOrd="0" presId="urn:microsoft.com/office/officeart/2005/8/layout/orgChart1"/>
    <dgm:cxn modelId="{7FBAC9E2-DCC8-49FA-9B62-7881A4A5F950}" type="presParOf" srcId="{BEDB8BE6-9D8B-4238-9822-740E12BB64BA}" destId="{A1D95B94-005E-4420-8E6A-D51A83DD3C53}" srcOrd="1" destOrd="0" presId="urn:microsoft.com/office/officeart/2005/8/layout/orgChart1"/>
    <dgm:cxn modelId="{01EBE3C3-80F4-41DF-97BA-00F838B99795}" type="presParOf" srcId="{BEDB8BE6-9D8B-4238-9822-740E12BB64BA}" destId="{BCB6B49D-062F-4CA3-981C-EAD5A6947255}" srcOrd="2" destOrd="0" presId="urn:microsoft.com/office/officeart/2005/8/layout/orgChart1"/>
    <dgm:cxn modelId="{06830B7D-8932-4462-9A1E-83C22F5F7ADC}" type="presParOf" srcId="{E66A3664-850E-4207-886C-2B9AA2B9DA94}" destId="{2A99F528-54AB-48D5-9923-11294022E0D5}" srcOrd="2" destOrd="0" presId="urn:microsoft.com/office/officeart/2005/8/layout/orgChart1"/>
    <dgm:cxn modelId="{B793C5E5-16D0-4D9F-B249-CA97A4B6DFAD}" type="presParOf" srcId="{B2A1E99A-07B2-43A1-BF48-F3B2C8E5CE28}" destId="{7A4D5E1B-B4B3-434E-A42F-F66B1A567BFE}" srcOrd="2" destOrd="0" presId="urn:microsoft.com/office/officeart/2005/8/layout/orgChart1"/>
    <dgm:cxn modelId="{3B7CF2DB-5E0D-4A69-94E0-48A18CFEC44C}" type="presParOf" srcId="{B2A1E99A-07B2-43A1-BF48-F3B2C8E5CE28}" destId="{6FE34C34-F264-4C79-9F9F-1AB80F085197}" srcOrd="3" destOrd="0" presId="urn:microsoft.com/office/officeart/2005/8/layout/orgChart1"/>
    <dgm:cxn modelId="{2B1E9E45-4639-4A6B-A3E9-947CF0D5A16E}" type="presParOf" srcId="{6FE34C34-F264-4C79-9F9F-1AB80F085197}" destId="{4DE7C4EE-CCFD-46BC-B128-3C57B99E03DC}" srcOrd="0" destOrd="0" presId="urn:microsoft.com/office/officeart/2005/8/layout/orgChart1"/>
    <dgm:cxn modelId="{318AC803-E688-41A5-BA70-16C2A4DD74EE}" type="presParOf" srcId="{4DE7C4EE-CCFD-46BC-B128-3C57B99E03DC}" destId="{91B10345-29AF-4AA6-B394-79D6926C097F}" srcOrd="0" destOrd="0" presId="urn:microsoft.com/office/officeart/2005/8/layout/orgChart1"/>
    <dgm:cxn modelId="{B98AA275-A800-42ED-A73F-013C4CD5D0BE}" type="presParOf" srcId="{4DE7C4EE-CCFD-46BC-B128-3C57B99E03DC}" destId="{2915A2C2-95A4-47B4-97BA-E531C4E6EBB2}" srcOrd="1" destOrd="0" presId="urn:microsoft.com/office/officeart/2005/8/layout/orgChart1"/>
    <dgm:cxn modelId="{CF2C8544-86E9-4DFD-B2F5-F71F0B46A642}" type="presParOf" srcId="{6FE34C34-F264-4C79-9F9F-1AB80F085197}" destId="{DB7E4304-3F51-42C4-A3E4-E4CCDAD94CAD}" srcOrd="1" destOrd="0" presId="urn:microsoft.com/office/officeart/2005/8/layout/orgChart1"/>
    <dgm:cxn modelId="{59DBC9CA-312F-4852-A5A8-5F547741EF3D}" type="presParOf" srcId="{6FE34C34-F264-4C79-9F9F-1AB80F085197}" destId="{D33A02D2-A103-4221-AD4C-410F73FD7B9D}" srcOrd="2" destOrd="0" presId="urn:microsoft.com/office/officeart/2005/8/layout/orgChart1"/>
    <dgm:cxn modelId="{19A31448-1D3E-4277-867D-CA5ABAEBDF0B}" type="presParOf" srcId="{B2A1E99A-07B2-43A1-BF48-F3B2C8E5CE28}" destId="{5C0DD456-C579-4745-B3E5-246B81DAA799}" srcOrd="4" destOrd="0" presId="urn:microsoft.com/office/officeart/2005/8/layout/orgChart1"/>
    <dgm:cxn modelId="{5CFC8001-D1FB-40AA-8CB6-DF520BAED2A3}" type="presParOf" srcId="{B2A1E99A-07B2-43A1-BF48-F3B2C8E5CE28}" destId="{C007201B-848B-4AD7-BF85-B0FD77671D35}" srcOrd="5" destOrd="0" presId="urn:microsoft.com/office/officeart/2005/8/layout/orgChart1"/>
    <dgm:cxn modelId="{28FF31F5-33FA-443D-A120-CB41364F4EA2}" type="presParOf" srcId="{C007201B-848B-4AD7-BF85-B0FD77671D35}" destId="{40EBE5E9-5A07-4830-B140-71FE250554C1}" srcOrd="0" destOrd="0" presId="urn:microsoft.com/office/officeart/2005/8/layout/orgChart1"/>
    <dgm:cxn modelId="{DDDCB191-FE9A-4440-8961-6845F9564850}" type="presParOf" srcId="{40EBE5E9-5A07-4830-B140-71FE250554C1}" destId="{0DA441CA-94F2-478E-91A9-0293023186A7}" srcOrd="0" destOrd="0" presId="urn:microsoft.com/office/officeart/2005/8/layout/orgChart1"/>
    <dgm:cxn modelId="{16DD9AC5-D91E-4120-80FD-17130585288B}" type="presParOf" srcId="{40EBE5E9-5A07-4830-B140-71FE250554C1}" destId="{8BA2C045-C475-4769-B003-8DC865479A26}" srcOrd="1" destOrd="0" presId="urn:microsoft.com/office/officeart/2005/8/layout/orgChart1"/>
    <dgm:cxn modelId="{AAA6C69D-B968-4291-BCD0-0A9C329F008D}" type="presParOf" srcId="{C007201B-848B-4AD7-BF85-B0FD77671D35}" destId="{0253123B-CFF1-494D-AED7-FFD15CAF6460}" srcOrd="1" destOrd="0" presId="urn:microsoft.com/office/officeart/2005/8/layout/orgChart1"/>
    <dgm:cxn modelId="{13616B37-ED95-4194-8593-C6F95E0813C9}" type="presParOf" srcId="{C007201B-848B-4AD7-BF85-B0FD77671D35}" destId="{9B25040F-0003-4A21-BB2C-DDD46B4386D4}" srcOrd="2" destOrd="0" presId="urn:microsoft.com/office/officeart/2005/8/layout/orgChart1"/>
    <dgm:cxn modelId="{02A1AD49-E386-4E99-8211-7F5C51AE42F1}" type="presParOf" srcId="{F847C4C0-F565-44BB-B942-7893F214D25D}" destId="{D02414FD-440F-41CD-B92D-8969570D4D5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26F3C2-564B-43F6-9B7C-0B7DF24DD0D9}" type="doc">
      <dgm:prSet loTypeId="urn:microsoft.com/office/officeart/2005/8/layout/orgChart1" loCatId="hierarchy" qsTypeId="urn:microsoft.com/office/officeart/2005/8/quickstyle/3d3" qsCatId="3D" csTypeId="urn:microsoft.com/office/officeart/2005/8/colors/accent2_5" csCatId="accent2" phldr="1"/>
      <dgm:spPr/>
    </dgm:pt>
    <dgm:pt modelId="{D34DF699-33E6-42D5-B7E5-F4A65AA3766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Agency</a:t>
          </a:r>
          <a:endParaRPr kumimoji="0" lang="nl-NL" b="1" i="0" u="none" strike="noStrike" cap="none" normalizeH="0" baseline="0" smtClean="0">
            <a:ln/>
            <a:effectLst/>
            <a:latin typeface="Arial" charset="0"/>
          </a:endParaRPr>
        </a:p>
      </dgm:t>
    </dgm:pt>
    <dgm:pt modelId="{9E362629-CD46-4FA9-87A0-8648814BB4D4}" type="parTrans" cxnId="{4DF8AE33-DEF5-4F94-98E9-3271289BE5EF}">
      <dgm:prSet/>
      <dgm:spPr/>
      <dgm:t>
        <a:bodyPr/>
        <a:lstStyle/>
        <a:p>
          <a:endParaRPr lang="nl-NL"/>
        </a:p>
      </dgm:t>
    </dgm:pt>
    <dgm:pt modelId="{B29A7F5E-D63E-4184-A0D5-1F203725DAA2}" type="sibTrans" cxnId="{4DF8AE33-DEF5-4F94-98E9-3271289BE5EF}">
      <dgm:prSet/>
      <dgm:spPr/>
      <dgm:t>
        <a:bodyPr/>
        <a:lstStyle/>
        <a:p>
          <a:endParaRPr lang="nl-NL"/>
        </a:p>
      </dgm:t>
    </dgm:pt>
    <dgm:pt modelId="{2ED87823-7D73-4DB8-891D-2C74A07CF47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LISS panel</a:t>
          </a:r>
          <a:endParaRPr kumimoji="0" lang="nl-NL" b="0" i="0" u="none" strike="noStrike" cap="none" normalizeH="0" baseline="0" smtClean="0">
            <a:ln/>
            <a:effectLst/>
            <a:latin typeface="Arial" charset="0"/>
          </a:endParaRPr>
        </a:p>
      </dgm:t>
    </dgm:pt>
    <dgm:pt modelId="{50CE21DB-F399-441F-98D3-D7D63A086242}" type="parTrans" cxnId="{9A780096-C3CD-4297-BBE8-64E55A672A6C}">
      <dgm:prSet/>
      <dgm:spPr/>
      <dgm:t>
        <a:bodyPr/>
        <a:lstStyle/>
        <a:p>
          <a:endParaRPr lang="nl-NL"/>
        </a:p>
      </dgm:t>
    </dgm:pt>
    <dgm:pt modelId="{E02BED34-EC71-462A-ADD2-2AA3537E5B05}" type="sibTrans" cxnId="{9A780096-C3CD-4297-BBE8-64E55A672A6C}">
      <dgm:prSet/>
      <dgm:spPr/>
      <dgm:t>
        <a:bodyPr/>
        <a:lstStyle/>
        <a:p>
          <a:endParaRPr lang="nl-NL"/>
        </a:p>
      </dgm:t>
    </dgm:pt>
    <dgm:pt modelId="{89AFC337-7333-4EC7-94DA-3F79C705C42C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Core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Questionnaire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A</a:t>
          </a:r>
          <a:endParaRPr kumimoji="0" lang="nl-NL" b="0" i="0" u="none" strike="noStrike" cap="none" normalizeH="0" baseline="0" smtClean="0">
            <a:ln/>
            <a:effectLst/>
            <a:latin typeface="Arial" charset="0"/>
          </a:endParaRPr>
        </a:p>
      </dgm:t>
    </dgm:pt>
    <dgm:pt modelId="{C6294BFC-EF1B-42E1-A9A9-60587B8F6EF5}" type="parTrans" cxnId="{EC4107D9-283C-4D82-BA4B-825C82356E27}">
      <dgm:prSet/>
      <dgm:spPr/>
      <dgm:t>
        <a:bodyPr/>
        <a:lstStyle/>
        <a:p>
          <a:endParaRPr lang="nl-NL"/>
        </a:p>
      </dgm:t>
    </dgm:pt>
    <dgm:pt modelId="{58F24A9B-9BBB-4696-9B88-36AA0453ADEF}" type="sibTrans" cxnId="{EC4107D9-283C-4D82-BA4B-825C82356E27}">
      <dgm:prSet/>
      <dgm:spPr/>
      <dgm:t>
        <a:bodyPr/>
        <a:lstStyle/>
        <a:p>
          <a:endParaRPr lang="nl-NL"/>
        </a:p>
      </dgm:t>
    </dgm:pt>
    <dgm:pt modelId="{8CEDA013-F95A-4B92-B5AA-477D020E58E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Single Wave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Study A</a:t>
          </a:r>
          <a:endParaRPr kumimoji="0" lang="nl-NL" b="1" i="0" u="none" strike="noStrike" cap="none" normalizeH="0" baseline="0" smtClean="0">
            <a:ln/>
            <a:effectLst/>
            <a:latin typeface="Arial" charset="0"/>
          </a:endParaRPr>
        </a:p>
      </dgm:t>
    </dgm:pt>
    <dgm:pt modelId="{B145330F-01FA-4EAF-8793-29EEA883D2DD}" type="parTrans" cxnId="{0E3F8F8B-36A5-4CFF-9652-0742D463B938}">
      <dgm:prSet/>
      <dgm:spPr/>
      <dgm:t>
        <a:bodyPr/>
        <a:lstStyle/>
        <a:p>
          <a:endParaRPr lang="nl-NL"/>
        </a:p>
      </dgm:t>
    </dgm:pt>
    <dgm:pt modelId="{7AD9A87A-905E-4FF7-9E15-FFC4E52C8D66}" type="sibTrans" cxnId="{0E3F8F8B-36A5-4CFF-9652-0742D463B938}">
      <dgm:prSet/>
      <dgm:spPr/>
      <dgm:t>
        <a:bodyPr/>
        <a:lstStyle/>
        <a:p>
          <a:endParaRPr lang="nl-NL"/>
        </a:p>
      </dgm:t>
    </dgm:pt>
    <dgm:pt modelId="{A82883A9-5285-4CC1-A46D-E93E84E3614F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Immigrant panel</a:t>
          </a:r>
          <a:endParaRPr kumimoji="0" lang="nl-NL" b="0" i="0" u="none" strike="noStrike" cap="none" normalizeH="0" baseline="0" smtClean="0">
            <a:ln/>
            <a:effectLst/>
            <a:latin typeface="Arial" charset="0"/>
          </a:endParaRPr>
        </a:p>
      </dgm:t>
    </dgm:pt>
    <dgm:pt modelId="{E0BD3DBC-A609-4501-8C36-740F224F40A5}" type="parTrans" cxnId="{749BE201-C848-4B68-A0B9-F935B6F8E054}">
      <dgm:prSet/>
      <dgm:spPr/>
      <dgm:t>
        <a:bodyPr/>
        <a:lstStyle/>
        <a:p>
          <a:endParaRPr lang="nl-NL"/>
        </a:p>
      </dgm:t>
    </dgm:pt>
    <dgm:pt modelId="{56C6CE82-7C7A-41FF-BA43-EA4841865683}" type="sibTrans" cxnId="{749BE201-C848-4B68-A0B9-F935B6F8E054}">
      <dgm:prSet/>
      <dgm:spPr/>
      <dgm:t>
        <a:bodyPr/>
        <a:lstStyle/>
        <a:p>
          <a:endParaRPr lang="nl-NL"/>
        </a:p>
      </dgm:t>
    </dgm:pt>
    <dgm:pt modelId="{D4BF6D26-5221-49C6-B31B-73DAF16BE95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b="1" i="0" u="none" strike="noStrike" cap="none" normalizeH="0" baseline="0" smtClean="0">
            <a:ln/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Core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Questionnaire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A</a:t>
          </a:r>
          <a:endParaRPr kumimoji="0" lang="nl-NL" b="0" i="0" u="none" strike="noStrike" cap="none" normalizeH="0" baseline="0" smtClean="0">
            <a:ln/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nl-NL" b="1" i="0" u="none" strike="noStrike" cap="none" normalizeH="0" baseline="0" smtClean="0">
            <a:ln/>
            <a:effectLst/>
            <a:latin typeface="Arial" charset="0"/>
          </a:endParaRPr>
        </a:p>
      </dgm:t>
    </dgm:pt>
    <dgm:pt modelId="{2020F1FC-E5C6-4B2B-A819-9FA636E4A631}" type="parTrans" cxnId="{03449D3B-6607-4159-8DF9-E49C5812649C}">
      <dgm:prSet/>
      <dgm:spPr/>
      <dgm:t>
        <a:bodyPr/>
        <a:lstStyle/>
        <a:p>
          <a:endParaRPr lang="nl-NL"/>
        </a:p>
      </dgm:t>
    </dgm:pt>
    <dgm:pt modelId="{00592FF8-31C3-4786-9AFD-A2AD2E2FFF18}" type="sibTrans" cxnId="{03449D3B-6607-4159-8DF9-E49C5812649C}">
      <dgm:prSet/>
      <dgm:spPr/>
      <dgm:t>
        <a:bodyPr/>
        <a:lstStyle/>
        <a:p>
          <a:endParaRPr lang="nl-NL"/>
        </a:p>
      </dgm:t>
    </dgm:pt>
    <dgm:pt modelId="{76C3FD96-5784-4841-9B2F-E1D66274ACB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Single Wave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smtClean="0">
              <a:ln/>
              <a:effectLst/>
              <a:latin typeface="Arial" charset="0"/>
            </a:rPr>
            <a:t>Study A</a:t>
          </a:r>
          <a:endParaRPr kumimoji="0" lang="nl-NL" b="1" i="0" u="none" strike="noStrike" cap="none" normalizeH="0" baseline="0" smtClean="0">
            <a:ln/>
            <a:effectLst/>
            <a:latin typeface="Arial" charset="0"/>
          </a:endParaRPr>
        </a:p>
      </dgm:t>
    </dgm:pt>
    <dgm:pt modelId="{56417FFB-04AA-44B8-B4E9-AF69D203AF67}" type="parTrans" cxnId="{69750897-3EF4-4A2C-8765-ACF7CF151BC2}">
      <dgm:prSet/>
      <dgm:spPr/>
      <dgm:t>
        <a:bodyPr/>
        <a:lstStyle/>
        <a:p>
          <a:endParaRPr lang="nl-NL"/>
        </a:p>
      </dgm:t>
    </dgm:pt>
    <dgm:pt modelId="{496034FC-29D6-4E7A-9E4F-EE551C39F207}" type="sibTrans" cxnId="{69750897-3EF4-4A2C-8765-ACF7CF151BC2}">
      <dgm:prSet/>
      <dgm:spPr/>
      <dgm:t>
        <a:bodyPr/>
        <a:lstStyle/>
        <a:p>
          <a:endParaRPr lang="nl-NL"/>
        </a:p>
      </dgm:t>
    </dgm:pt>
    <dgm:pt modelId="{2EB868F6-9DD7-4C20-B035-AE9DF4D4BE5D}" type="pres">
      <dgm:prSet presAssocID="{1326F3C2-564B-43F6-9B7C-0B7DF24DD0D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BB8B91F-0B20-4661-8BB3-3A8421F90BC0}" type="pres">
      <dgm:prSet presAssocID="{D34DF699-33E6-42D5-B7E5-F4A65AA3766E}" presName="hierRoot1" presStyleCnt="0">
        <dgm:presLayoutVars>
          <dgm:hierBranch/>
        </dgm:presLayoutVars>
      </dgm:prSet>
      <dgm:spPr/>
    </dgm:pt>
    <dgm:pt modelId="{24A0014D-3672-40EB-928F-2BF89B27F5F9}" type="pres">
      <dgm:prSet presAssocID="{D34DF699-33E6-42D5-B7E5-F4A65AA3766E}" presName="rootComposite1" presStyleCnt="0"/>
      <dgm:spPr/>
    </dgm:pt>
    <dgm:pt modelId="{E6F05F84-7A56-44B5-A62B-E0EE8D0E593B}" type="pres">
      <dgm:prSet presAssocID="{D34DF699-33E6-42D5-B7E5-F4A65AA3766E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E58FB254-741A-4885-BD5A-3573E102A40A}" type="pres">
      <dgm:prSet presAssocID="{D34DF699-33E6-42D5-B7E5-F4A65AA3766E}" presName="rootConnector1" presStyleLbl="node1" presStyleIdx="0" presStyleCnt="0"/>
      <dgm:spPr/>
      <dgm:t>
        <a:bodyPr/>
        <a:lstStyle/>
        <a:p>
          <a:endParaRPr lang="nl-NL"/>
        </a:p>
      </dgm:t>
    </dgm:pt>
    <dgm:pt modelId="{37979ABF-A7A5-4183-B9B5-A24E86CB6566}" type="pres">
      <dgm:prSet presAssocID="{D34DF699-33E6-42D5-B7E5-F4A65AA3766E}" presName="hierChild2" presStyleCnt="0"/>
      <dgm:spPr/>
    </dgm:pt>
    <dgm:pt modelId="{DB6E8CC4-189E-4779-9F18-51080386C046}" type="pres">
      <dgm:prSet presAssocID="{50CE21DB-F399-441F-98D3-D7D63A086242}" presName="Name35" presStyleLbl="parChTrans1D2" presStyleIdx="0" presStyleCnt="2"/>
      <dgm:spPr/>
      <dgm:t>
        <a:bodyPr/>
        <a:lstStyle/>
        <a:p>
          <a:endParaRPr lang="nl-NL"/>
        </a:p>
      </dgm:t>
    </dgm:pt>
    <dgm:pt modelId="{59436551-94C1-4EC3-9EF6-E943E7F7A6F5}" type="pres">
      <dgm:prSet presAssocID="{2ED87823-7D73-4DB8-891D-2C74A07CF477}" presName="hierRoot2" presStyleCnt="0">
        <dgm:presLayoutVars>
          <dgm:hierBranch/>
        </dgm:presLayoutVars>
      </dgm:prSet>
      <dgm:spPr/>
    </dgm:pt>
    <dgm:pt modelId="{F8798349-BFEF-415C-9558-F4EAC6B7BDE2}" type="pres">
      <dgm:prSet presAssocID="{2ED87823-7D73-4DB8-891D-2C74A07CF477}" presName="rootComposite" presStyleCnt="0"/>
      <dgm:spPr/>
    </dgm:pt>
    <dgm:pt modelId="{555CA993-1A13-4094-92AB-615BFCFE1BC2}" type="pres">
      <dgm:prSet presAssocID="{2ED87823-7D73-4DB8-891D-2C74A07CF477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CD670D8A-C850-425F-8607-1565981A4DE1}" type="pres">
      <dgm:prSet presAssocID="{2ED87823-7D73-4DB8-891D-2C74A07CF477}" presName="rootConnector" presStyleLbl="node2" presStyleIdx="0" presStyleCnt="2"/>
      <dgm:spPr/>
      <dgm:t>
        <a:bodyPr/>
        <a:lstStyle/>
        <a:p>
          <a:endParaRPr lang="nl-NL"/>
        </a:p>
      </dgm:t>
    </dgm:pt>
    <dgm:pt modelId="{C624FF7B-5281-492B-9CD1-98E7D79A253B}" type="pres">
      <dgm:prSet presAssocID="{2ED87823-7D73-4DB8-891D-2C74A07CF477}" presName="hierChild4" presStyleCnt="0"/>
      <dgm:spPr/>
    </dgm:pt>
    <dgm:pt modelId="{26CAB59F-54A8-4BB1-9485-A42B91515433}" type="pres">
      <dgm:prSet presAssocID="{C6294BFC-EF1B-42E1-A9A9-60587B8F6EF5}" presName="Name35" presStyleLbl="parChTrans1D3" presStyleIdx="0" presStyleCnt="4"/>
      <dgm:spPr/>
      <dgm:t>
        <a:bodyPr/>
        <a:lstStyle/>
        <a:p>
          <a:endParaRPr lang="nl-NL"/>
        </a:p>
      </dgm:t>
    </dgm:pt>
    <dgm:pt modelId="{FC353656-2DB6-40C0-B0AD-08F6EC4F574C}" type="pres">
      <dgm:prSet presAssocID="{89AFC337-7333-4EC7-94DA-3F79C705C42C}" presName="hierRoot2" presStyleCnt="0">
        <dgm:presLayoutVars>
          <dgm:hierBranch val="r"/>
        </dgm:presLayoutVars>
      </dgm:prSet>
      <dgm:spPr/>
    </dgm:pt>
    <dgm:pt modelId="{87EC93B1-5383-4AFD-A258-32C268DEB8F5}" type="pres">
      <dgm:prSet presAssocID="{89AFC337-7333-4EC7-94DA-3F79C705C42C}" presName="rootComposite" presStyleCnt="0"/>
      <dgm:spPr/>
    </dgm:pt>
    <dgm:pt modelId="{090E2623-BB5D-47F5-BD77-5B31E8F890F4}" type="pres">
      <dgm:prSet presAssocID="{89AFC337-7333-4EC7-94DA-3F79C705C42C}" presName="rootText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72CDFC67-6F30-49E1-97B9-5E22792AD854}" type="pres">
      <dgm:prSet presAssocID="{89AFC337-7333-4EC7-94DA-3F79C705C42C}" presName="rootConnector" presStyleLbl="node3" presStyleIdx="0" presStyleCnt="4"/>
      <dgm:spPr/>
      <dgm:t>
        <a:bodyPr/>
        <a:lstStyle/>
        <a:p>
          <a:endParaRPr lang="nl-NL"/>
        </a:p>
      </dgm:t>
    </dgm:pt>
    <dgm:pt modelId="{4BE833FA-AAA7-4136-B8C4-C40CB3D14BEA}" type="pres">
      <dgm:prSet presAssocID="{89AFC337-7333-4EC7-94DA-3F79C705C42C}" presName="hierChild4" presStyleCnt="0"/>
      <dgm:spPr/>
    </dgm:pt>
    <dgm:pt modelId="{4B30FB79-18DA-4129-8544-C033164D3FDA}" type="pres">
      <dgm:prSet presAssocID="{89AFC337-7333-4EC7-94DA-3F79C705C42C}" presName="hierChild5" presStyleCnt="0"/>
      <dgm:spPr/>
    </dgm:pt>
    <dgm:pt modelId="{AB7B068A-C625-45D3-B89A-899CCC908224}" type="pres">
      <dgm:prSet presAssocID="{B145330F-01FA-4EAF-8793-29EEA883D2DD}" presName="Name35" presStyleLbl="parChTrans1D3" presStyleIdx="1" presStyleCnt="4"/>
      <dgm:spPr/>
      <dgm:t>
        <a:bodyPr/>
        <a:lstStyle/>
        <a:p>
          <a:endParaRPr lang="nl-NL"/>
        </a:p>
      </dgm:t>
    </dgm:pt>
    <dgm:pt modelId="{DE5D5CC5-6361-466A-ABD7-37AE3AD2392B}" type="pres">
      <dgm:prSet presAssocID="{8CEDA013-F95A-4B92-B5AA-477D020E58EE}" presName="hierRoot2" presStyleCnt="0">
        <dgm:presLayoutVars>
          <dgm:hierBranch val="r"/>
        </dgm:presLayoutVars>
      </dgm:prSet>
      <dgm:spPr/>
    </dgm:pt>
    <dgm:pt modelId="{118D289D-CEDF-4F1C-846E-C26779F90417}" type="pres">
      <dgm:prSet presAssocID="{8CEDA013-F95A-4B92-B5AA-477D020E58EE}" presName="rootComposite" presStyleCnt="0"/>
      <dgm:spPr/>
    </dgm:pt>
    <dgm:pt modelId="{3F98BE1B-63DF-46F0-9999-DF0B217614E8}" type="pres">
      <dgm:prSet presAssocID="{8CEDA013-F95A-4B92-B5AA-477D020E58EE}" presName="rootText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66884E42-A100-4514-A3F5-EC31B56E3B74}" type="pres">
      <dgm:prSet presAssocID="{8CEDA013-F95A-4B92-B5AA-477D020E58EE}" presName="rootConnector" presStyleLbl="node3" presStyleIdx="1" presStyleCnt="4"/>
      <dgm:spPr/>
      <dgm:t>
        <a:bodyPr/>
        <a:lstStyle/>
        <a:p>
          <a:endParaRPr lang="nl-NL"/>
        </a:p>
      </dgm:t>
    </dgm:pt>
    <dgm:pt modelId="{31B4228E-4B99-4D4F-9BB7-BC7B10E05E16}" type="pres">
      <dgm:prSet presAssocID="{8CEDA013-F95A-4B92-B5AA-477D020E58EE}" presName="hierChild4" presStyleCnt="0"/>
      <dgm:spPr/>
    </dgm:pt>
    <dgm:pt modelId="{9464EA71-F75F-44CB-9A43-E54CE2F9D9DB}" type="pres">
      <dgm:prSet presAssocID="{8CEDA013-F95A-4B92-B5AA-477D020E58EE}" presName="hierChild5" presStyleCnt="0"/>
      <dgm:spPr/>
    </dgm:pt>
    <dgm:pt modelId="{D05A9EC1-D53B-4E1E-A305-CDEC1BA2C820}" type="pres">
      <dgm:prSet presAssocID="{2ED87823-7D73-4DB8-891D-2C74A07CF477}" presName="hierChild5" presStyleCnt="0"/>
      <dgm:spPr/>
    </dgm:pt>
    <dgm:pt modelId="{F9D5AB9A-0513-414E-9DB5-AD83795CDDE5}" type="pres">
      <dgm:prSet presAssocID="{E0BD3DBC-A609-4501-8C36-740F224F40A5}" presName="Name35" presStyleLbl="parChTrans1D2" presStyleIdx="1" presStyleCnt="2"/>
      <dgm:spPr/>
      <dgm:t>
        <a:bodyPr/>
        <a:lstStyle/>
        <a:p>
          <a:endParaRPr lang="nl-NL"/>
        </a:p>
      </dgm:t>
    </dgm:pt>
    <dgm:pt modelId="{10D74777-C45C-4664-9260-BBD576EFB2B0}" type="pres">
      <dgm:prSet presAssocID="{A82883A9-5285-4CC1-A46D-E93E84E3614F}" presName="hierRoot2" presStyleCnt="0">
        <dgm:presLayoutVars>
          <dgm:hierBranch/>
        </dgm:presLayoutVars>
      </dgm:prSet>
      <dgm:spPr/>
    </dgm:pt>
    <dgm:pt modelId="{4FED91F3-6AF0-4FBD-AECE-F3797CD0CEE9}" type="pres">
      <dgm:prSet presAssocID="{A82883A9-5285-4CC1-A46D-E93E84E3614F}" presName="rootComposite" presStyleCnt="0"/>
      <dgm:spPr/>
    </dgm:pt>
    <dgm:pt modelId="{C97FBAC0-FB20-47FE-BB6E-0FB9CE1C2506}" type="pres">
      <dgm:prSet presAssocID="{A82883A9-5285-4CC1-A46D-E93E84E3614F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C67C5EEE-9545-4212-A615-4A1F0DBE34F5}" type="pres">
      <dgm:prSet presAssocID="{A82883A9-5285-4CC1-A46D-E93E84E3614F}" presName="rootConnector" presStyleLbl="node2" presStyleIdx="1" presStyleCnt="2"/>
      <dgm:spPr/>
      <dgm:t>
        <a:bodyPr/>
        <a:lstStyle/>
        <a:p>
          <a:endParaRPr lang="nl-NL"/>
        </a:p>
      </dgm:t>
    </dgm:pt>
    <dgm:pt modelId="{C3DEBE4A-E256-49C3-9A15-1EDF53D3A2E6}" type="pres">
      <dgm:prSet presAssocID="{A82883A9-5285-4CC1-A46D-E93E84E3614F}" presName="hierChild4" presStyleCnt="0"/>
      <dgm:spPr/>
    </dgm:pt>
    <dgm:pt modelId="{F40F4029-227D-47CC-8078-6A60FA00BD73}" type="pres">
      <dgm:prSet presAssocID="{2020F1FC-E5C6-4B2B-A819-9FA636E4A631}" presName="Name35" presStyleLbl="parChTrans1D3" presStyleIdx="2" presStyleCnt="4"/>
      <dgm:spPr/>
      <dgm:t>
        <a:bodyPr/>
        <a:lstStyle/>
        <a:p>
          <a:endParaRPr lang="nl-NL"/>
        </a:p>
      </dgm:t>
    </dgm:pt>
    <dgm:pt modelId="{A77F30B9-472C-4CA7-B20D-B518070000C8}" type="pres">
      <dgm:prSet presAssocID="{D4BF6D26-5221-49C6-B31B-73DAF16BE95E}" presName="hierRoot2" presStyleCnt="0">
        <dgm:presLayoutVars>
          <dgm:hierBranch val="r"/>
        </dgm:presLayoutVars>
      </dgm:prSet>
      <dgm:spPr/>
    </dgm:pt>
    <dgm:pt modelId="{BEB9EC94-C568-42F0-AA39-931856F64370}" type="pres">
      <dgm:prSet presAssocID="{D4BF6D26-5221-49C6-B31B-73DAF16BE95E}" presName="rootComposite" presStyleCnt="0"/>
      <dgm:spPr/>
    </dgm:pt>
    <dgm:pt modelId="{9E20A613-123F-4DE0-B67E-1879642795C8}" type="pres">
      <dgm:prSet presAssocID="{D4BF6D26-5221-49C6-B31B-73DAF16BE95E}" presName="rootText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9D411825-B67A-4F1F-8273-B738F94CBD94}" type="pres">
      <dgm:prSet presAssocID="{D4BF6D26-5221-49C6-B31B-73DAF16BE95E}" presName="rootConnector" presStyleLbl="node3" presStyleIdx="2" presStyleCnt="4"/>
      <dgm:spPr/>
      <dgm:t>
        <a:bodyPr/>
        <a:lstStyle/>
        <a:p>
          <a:endParaRPr lang="nl-NL"/>
        </a:p>
      </dgm:t>
    </dgm:pt>
    <dgm:pt modelId="{EE82C225-9856-4461-BB2D-DDF1D5B97DE9}" type="pres">
      <dgm:prSet presAssocID="{D4BF6D26-5221-49C6-B31B-73DAF16BE95E}" presName="hierChild4" presStyleCnt="0"/>
      <dgm:spPr/>
    </dgm:pt>
    <dgm:pt modelId="{FE70FB72-8108-4089-BEBC-29FF376D8E87}" type="pres">
      <dgm:prSet presAssocID="{D4BF6D26-5221-49C6-B31B-73DAF16BE95E}" presName="hierChild5" presStyleCnt="0"/>
      <dgm:spPr/>
    </dgm:pt>
    <dgm:pt modelId="{EF404BFA-9DC4-4443-A8B5-CDDA51C746B4}" type="pres">
      <dgm:prSet presAssocID="{56417FFB-04AA-44B8-B4E9-AF69D203AF67}" presName="Name35" presStyleLbl="parChTrans1D3" presStyleIdx="3" presStyleCnt="4"/>
      <dgm:spPr/>
      <dgm:t>
        <a:bodyPr/>
        <a:lstStyle/>
        <a:p>
          <a:endParaRPr lang="nl-NL"/>
        </a:p>
      </dgm:t>
    </dgm:pt>
    <dgm:pt modelId="{A9BB6689-D032-4A83-8A14-835086B099D5}" type="pres">
      <dgm:prSet presAssocID="{76C3FD96-5784-4841-9B2F-E1D66274ACB0}" presName="hierRoot2" presStyleCnt="0">
        <dgm:presLayoutVars>
          <dgm:hierBranch val="r"/>
        </dgm:presLayoutVars>
      </dgm:prSet>
      <dgm:spPr/>
    </dgm:pt>
    <dgm:pt modelId="{8727ED45-75F5-4114-9793-1E2E9F90C73E}" type="pres">
      <dgm:prSet presAssocID="{76C3FD96-5784-4841-9B2F-E1D66274ACB0}" presName="rootComposite" presStyleCnt="0"/>
      <dgm:spPr/>
    </dgm:pt>
    <dgm:pt modelId="{5813C1A5-6391-4317-9677-2523CD8B50FE}" type="pres">
      <dgm:prSet presAssocID="{76C3FD96-5784-4841-9B2F-E1D66274ACB0}" presName="rootText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C3FC4F08-F937-4C7A-8EB5-19439C8BA5A0}" type="pres">
      <dgm:prSet presAssocID="{76C3FD96-5784-4841-9B2F-E1D66274ACB0}" presName="rootConnector" presStyleLbl="node3" presStyleIdx="3" presStyleCnt="4"/>
      <dgm:spPr/>
      <dgm:t>
        <a:bodyPr/>
        <a:lstStyle/>
        <a:p>
          <a:endParaRPr lang="nl-NL"/>
        </a:p>
      </dgm:t>
    </dgm:pt>
    <dgm:pt modelId="{6B1EE739-F68C-4E40-AC7F-774B3171BD6F}" type="pres">
      <dgm:prSet presAssocID="{76C3FD96-5784-4841-9B2F-E1D66274ACB0}" presName="hierChild4" presStyleCnt="0"/>
      <dgm:spPr/>
    </dgm:pt>
    <dgm:pt modelId="{06E89F0F-B90D-40A8-9D3B-8257A730E5D0}" type="pres">
      <dgm:prSet presAssocID="{76C3FD96-5784-4841-9B2F-E1D66274ACB0}" presName="hierChild5" presStyleCnt="0"/>
      <dgm:spPr/>
    </dgm:pt>
    <dgm:pt modelId="{161A3A64-465D-411D-9238-524DE925DFE4}" type="pres">
      <dgm:prSet presAssocID="{A82883A9-5285-4CC1-A46D-E93E84E3614F}" presName="hierChild5" presStyleCnt="0"/>
      <dgm:spPr/>
    </dgm:pt>
    <dgm:pt modelId="{5A11348F-99D6-44F2-8F58-F8DD33377397}" type="pres">
      <dgm:prSet presAssocID="{D34DF699-33E6-42D5-B7E5-F4A65AA3766E}" presName="hierChild3" presStyleCnt="0"/>
      <dgm:spPr/>
    </dgm:pt>
  </dgm:ptLst>
  <dgm:cxnLst>
    <dgm:cxn modelId="{726508DB-B639-4120-9AA0-DB082EE1B86B}" type="presOf" srcId="{89AFC337-7333-4EC7-94DA-3F79C705C42C}" destId="{72CDFC67-6F30-49E1-97B9-5E22792AD854}" srcOrd="1" destOrd="0" presId="urn:microsoft.com/office/officeart/2005/8/layout/orgChart1"/>
    <dgm:cxn modelId="{1D9ED0FD-6D31-4E94-9A68-294445B0968B}" type="presOf" srcId="{8CEDA013-F95A-4B92-B5AA-477D020E58EE}" destId="{3F98BE1B-63DF-46F0-9999-DF0B217614E8}" srcOrd="0" destOrd="0" presId="urn:microsoft.com/office/officeart/2005/8/layout/orgChart1"/>
    <dgm:cxn modelId="{749BE201-C848-4B68-A0B9-F935B6F8E054}" srcId="{D34DF699-33E6-42D5-B7E5-F4A65AA3766E}" destId="{A82883A9-5285-4CC1-A46D-E93E84E3614F}" srcOrd="1" destOrd="0" parTransId="{E0BD3DBC-A609-4501-8C36-740F224F40A5}" sibTransId="{56C6CE82-7C7A-41FF-BA43-EA4841865683}"/>
    <dgm:cxn modelId="{4DF8AE33-DEF5-4F94-98E9-3271289BE5EF}" srcId="{1326F3C2-564B-43F6-9B7C-0B7DF24DD0D9}" destId="{D34DF699-33E6-42D5-B7E5-F4A65AA3766E}" srcOrd="0" destOrd="0" parTransId="{9E362629-CD46-4FA9-87A0-8648814BB4D4}" sibTransId="{B29A7F5E-D63E-4184-A0D5-1F203725DAA2}"/>
    <dgm:cxn modelId="{06F6123C-5CC7-4BC3-96F0-0754A54FEA8A}" type="presOf" srcId="{50CE21DB-F399-441F-98D3-D7D63A086242}" destId="{DB6E8CC4-189E-4779-9F18-51080386C046}" srcOrd="0" destOrd="0" presId="urn:microsoft.com/office/officeart/2005/8/layout/orgChart1"/>
    <dgm:cxn modelId="{0121F7F9-CFB5-44D8-8640-C4D745CADF1F}" type="presOf" srcId="{E0BD3DBC-A609-4501-8C36-740F224F40A5}" destId="{F9D5AB9A-0513-414E-9DB5-AD83795CDDE5}" srcOrd="0" destOrd="0" presId="urn:microsoft.com/office/officeart/2005/8/layout/orgChart1"/>
    <dgm:cxn modelId="{D4C1BF4A-0A2F-4855-8ED7-AAB60F31AFDF}" type="presOf" srcId="{2020F1FC-E5C6-4B2B-A819-9FA636E4A631}" destId="{F40F4029-227D-47CC-8078-6A60FA00BD73}" srcOrd="0" destOrd="0" presId="urn:microsoft.com/office/officeart/2005/8/layout/orgChart1"/>
    <dgm:cxn modelId="{E656557E-195E-4428-A58A-50E5762D582A}" type="presOf" srcId="{2ED87823-7D73-4DB8-891D-2C74A07CF477}" destId="{CD670D8A-C850-425F-8607-1565981A4DE1}" srcOrd="1" destOrd="0" presId="urn:microsoft.com/office/officeart/2005/8/layout/orgChart1"/>
    <dgm:cxn modelId="{3B2C2C61-EC45-49E1-B1DC-63A8DA06BD4B}" type="presOf" srcId="{76C3FD96-5784-4841-9B2F-E1D66274ACB0}" destId="{C3FC4F08-F937-4C7A-8EB5-19439C8BA5A0}" srcOrd="1" destOrd="0" presId="urn:microsoft.com/office/officeart/2005/8/layout/orgChart1"/>
    <dgm:cxn modelId="{181828BF-1C18-42E7-8805-8C6F591DFB84}" type="presOf" srcId="{89AFC337-7333-4EC7-94DA-3F79C705C42C}" destId="{090E2623-BB5D-47F5-BD77-5B31E8F890F4}" srcOrd="0" destOrd="0" presId="urn:microsoft.com/office/officeart/2005/8/layout/orgChart1"/>
    <dgm:cxn modelId="{257D4F45-19F5-46A5-AE85-5423D43C906C}" type="presOf" srcId="{2ED87823-7D73-4DB8-891D-2C74A07CF477}" destId="{555CA993-1A13-4094-92AB-615BFCFE1BC2}" srcOrd="0" destOrd="0" presId="urn:microsoft.com/office/officeart/2005/8/layout/orgChart1"/>
    <dgm:cxn modelId="{5E162CF2-AB62-49F3-85B6-CF05549C1755}" type="presOf" srcId="{8CEDA013-F95A-4B92-B5AA-477D020E58EE}" destId="{66884E42-A100-4514-A3F5-EC31B56E3B74}" srcOrd="1" destOrd="0" presId="urn:microsoft.com/office/officeart/2005/8/layout/orgChart1"/>
    <dgm:cxn modelId="{4961AF58-3BAF-445B-A2A8-7551FD37DDF5}" type="presOf" srcId="{D4BF6D26-5221-49C6-B31B-73DAF16BE95E}" destId="{9D411825-B67A-4F1F-8273-B738F94CBD94}" srcOrd="1" destOrd="0" presId="urn:microsoft.com/office/officeart/2005/8/layout/orgChart1"/>
    <dgm:cxn modelId="{79EAD486-1CCB-4818-9824-CFC9D8D363E7}" type="presOf" srcId="{A82883A9-5285-4CC1-A46D-E93E84E3614F}" destId="{C97FBAC0-FB20-47FE-BB6E-0FB9CE1C2506}" srcOrd="0" destOrd="0" presId="urn:microsoft.com/office/officeart/2005/8/layout/orgChart1"/>
    <dgm:cxn modelId="{E95ABDA6-EA8B-4E45-9BC3-72FBD159D9C6}" type="presOf" srcId="{56417FFB-04AA-44B8-B4E9-AF69D203AF67}" destId="{EF404BFA-9DC4-4443-A8B5-CDDA51C746B4}" srcOrd="0" destOrd="0" presId="urn:microsoft.com/office/officeart/2005/8/layout/orgChart1"/>
    <dgm:cxn modelId="{0E3F8F8B-36A5-4CFF-9652-0742D463B938}" srcId="{2ED87823-7D73-4DB8-891D-2C74A07CF477}" destId="{8CEDA013-F95A-4B92-B5AA-477D020E58EE}" srcOrd="1" destOrd="0" parTransId="{B145330F-01FA-4EAF-8793-29EEA883D2DD}" sibTransId="{7AD9A87A-905E-4FF7-9E15-FFC4E52C8D66}"/>
    <dgm:cxn modelId="{8C63D942-283F-4061-B305-6C5B05508E6D}" type="presOf" srcId="{76C3FD96-5784-4841-9B2F-E1D66274ACB0}" destId="{5813C1A5-6391-4317-9677-2523CD8B50FE}" srcOrd="0" destOrd="0" presId="urn:microsoft.com/office/officeart/2005/8/layout/orgChart1"/>
    <dgm:cxn modelId="{EC4107D9-283C-4D82-BA4B-825C82356E27}" srcId="{2ED87823-7D73-4DB8-891D-2C74A07CF477}" destId="{89AFC337-7333-4EC7-94DA-3F79C705C42C}" srcOrd="0" destOrd="0" parTransId="{C6294BFC-EF1B-42E1-A9A9-60587B8F6EF5}" sibTransId="{58F24A9B-9BBB-4696-9B88-36AA0453ADEF}"/>
    <dgm:cxn modelId="{03449D3B-6607-4159-8DF9-E49C5812649C}" srcId="{A82883A9-5285-4CC1-A46D-E93E84E3614F}" destId="{D4BF6D26-5221-49C6-B31B-73DAF16BE95E}" srcOrd="0" destOrd="0" parTransId="{2020F1FC-E5C6-4B2B-A819-9FA636E4A631}" sibTransId="{00592FF8-31C3-4786-9AFD-A2AD2E2FFF18}"/>
    <dgm:cxn modelId="{2FAB3BC2-F9D4-4378-A26D-C1047880A79D}" type="presOf" srcId="{D4BF6D26-5221-49C6-B31B-73DAF16BE95E}" destId="{9E20A613-123F-4DE0-B67E-1879642795C8}" srcOrd="0" destOrd="0" presId="urn:microsoft.com/office/officeart/2005/8/layout/orgChart1"/>
    <dgm:cxn modelId="{34B7368E-23E5-499F-86DE-833ED142F001}" type="presOf" srcId="{A82883A9-5285-4CC1-A46D-E93E84E3614F}" destId="{C67C5EEE-9545-4212-A615-4A1F0DBE34F5}" srcOrd="1" destOrd="0" presId="urn:microsoft.com/office/officeart/2005/8/layout/orgChart1"/>
    <dgm:cxn modelId="{B5078AD8-1CBA-4DE8-BAEE-F91467A3648C}" type="presOf" srcId="{B145330F-01FA-4EAF-8793-29EEA883D2DD}" destId="{AB7B068A-C625-45D3-B89A-899CCC908224}" srcOrd="0" destOrd="0" presId="urn:microsoft.com/office/officeart/2005/8/layout/orgChart1"/>
    <dgm:cxn modelId="{D69F0EE1-E919-4D9D-BF22-2A82C23F2870}" type="presOf" srcId="{C6294BFC-EF1B-42E1-A9A9-60587B8F6EF5}" destId="{26CAB59F-54A8-4BB1-9485-A42B91515433}" srcOrd="0" destOrd="0" presId="urn:microsoft.com/office/officeart/2005/8/layout/orgChart1"/>
    <dgm:cxn modelId="{06776D4A-3668-4CB8-B661-A258F9E36E56}" type="presOf" srcId="{D34DF699-33E6-42D5-B7E5-F4A65AA3766E}" destId="{E6F05F84-7A56-44B5-A62B-E0EE8D0E593B}" srcOrd="0" destOrd="0" presId="urn:microsoft.com/office/officeart/2005/8/layout/orgChart1"/>
    <dgm:cxn modelId="{69750897-3EF4-4A2C-8765-ACF7CF151BC2}" srcId="{A82883A9-5285-4CC1-A46D-E93E84E3614F}" destId="{76C3FD96-5784-4841-9B2F-E1D66274ACB0}" srcOrd="1" destOrd="0" parTransId="{56417FFB-04AA-44B8-B4E9-AF69D203AF67}" sibTransId="{496034FC-29D6-4E7A-9E4F-EE551C39F207}"/>
    <dgm:cxn modelId="{5533A8C7-DEEF-4567-8B80-3EF57DD313E6}" type="presOf" srcId="{D34DF699-33E6-42D5-B7E5-F4A65AA3766E}" destId="{E58FB254-741A-4885-BD5A-3573E102A40A}" srcOrd="1" destOrd="0" presId="urn:microsoft.com/office/officeart/2005/8/layout/orgChart1"/>
    <dgm:cxn modelId="{9A780096-C3CD-4297-BBE8-64E55A672A6C}" srcId="{D34DF699-33E6-42D5-B7E5-F4A65AA3766E}" destId="{2ED87823-7D73-4DB8-891D-2C74A07CF477}" srcOrd="0" destOrd="0" parTransId="{50CE21DB-F399-441F-98D3-D7D63A086242}" sibTransId="{E02BED34-EC71-462A-ADD2-2AA3537E5B05}"/>
    <dgm:cxn modelId="{5ED13BBD-B435-4DA9-9E9D-01AF5FA9C23C}" type="presOf" srcId="{1326F3C2-564B-43F6-9B7C-0B7DF24DD0D9}" destId="{2EB868F6-9DD7-4C20-B035-AE9DF4D4BE5D}" srcOrd="0" destOrd="0" presId="urn:microsoft.com/office/officeart/2005/8/layout/orgChart1"/>
    <dgm:cxn modelId="{CBF112BF-CE06-4912-B0CF-C89604B98935}" type="presParOf" srcId="{2EB868F6-9DD7-4C20-B035-AE9DF4D4BE5D}" destId="{6BB8B91F-0B20-4661-8BB3-3A8421F90BC0}" srcOrd="0" destOrd="0" presId="urn:microsoft.com/office/officeart/2005/8/layout/orgChart1"/>
    <dgm:cxn modelId="{61E32006-652A-46F4-92E0-C0B12AD88519}" type="presParOf" srcId="{6BB8B91F-0B20-4661-8BB3-3A8421F90BC0}" destId="{24A0014D-3672-40EB-928F-2BF89B27F5F9}" srcOrd="0" destOrd="0" presId="urn:microsoft.com/office/officeart/2005/8/layout/orgChart1"/>
    <dgm:cxn modelId="{2F1A9A73-C648-4F6C-88D9-327BDE44DD4C}" type="presParOf" srcId="{24A0014D-3672-40EB-928F-2BF89B27F5F9}" destId="{E6F05F84-7A56-44B5-A62B-E0EE8D0E593B}" srcOrd="0" destOrd="0" presId="urn:microsoft.com/office/officeart/2005/8/layout/orgChart1"/>
    <dgm:cxn modelId="{D6555549-C5AD-4A75-A651-84923D4FF8F8}" type="presParOf" srcId="{24A0014D-3672-40EB-928F-2BF89B27F5F9}" destId="{E58FB254-741A-4885-BD5A-3573E102A40A}" srcOrd="1" destOrd="0" presId="urn:microsoft.com/office/officeart/2005/8/layout/orgChart1"/>
    <dgm:cxn modelId="{567D12AA-8563-4C73-9E20-0267C481A3C4}" type="presParOf" srcId="{6BB8B91F-0B20-4661-8BB3-3A8421F90BC0}" destId="{37979ABF-A7A5-4183-B9B5-A24E86CB6566}" srcOrd="1" destOrd="0" presId="urn:microsoft.com/office/officeart/2005/8/layout/orgChart1"/>
    <dgm:cxn modelId="{B29D7305-5643-4010-8480-EFDE689DB19F}" type="presParOf" srcId="{37979ABF-A7A5-4183-B9B5-A24E86CB6566}" destId="{DB6E8CC4-189E-4779-9F18-51080386C046}" srcOrd="0" destOrd="0" presId="urn:microsoft.com/office/officeart/2005/8/layout/orgChart1"/>
    <dgm:cxn modelId="{C41B53EE-8B54-4283-8D56-0939A46603A9}" type="presParOf" srcId="{37979ABF-A7A5-4183-B9B5-A24E86CB6566}" destId="{59436551-94C1-4EC3-9EF6-E943E7F7A6F5}" srcOrd="1" destOrd="0" presId="urn:microsoft.com/office/officeart/2005/8/layout/orgChart1"/>
    <dgm:cxn modelId="{11AE8376-5D95-49D8-AD63-2E635FC7A32B}" type="presParOf" srcId="{59436551-94C1-4EC3-9EF6-E943E7F7A6F5}" destId="{F8798349-BFEF-415C-9558-F4EAC6B7BDE2}" srcOrd="0" destOrd="0" presId="urn:microsoft.com/office/officeart/2005/8/layout/orgChart1"/>
    <dgm:cxn modelId="{6D61EA91-EAE0-42B5-8A85-02282A483498}" type="presParOf" srcId="{F8798349-BFEF-415C-9558-F4EAC6B7BDE2}" destId="{555CA993-1A13-4094-92AB-615BFCFE1BC2}" srcOrd="0" destOrd="0" presId="urn:microsoft.com/office/officeart/2005/8/layout/orgChart1"/>
    <dgm:cxn modelId="{C0A54BFA-9632-458D-BE29-8F0888B251C0}" type="presParOf" srcId="{F8798349-BFEF-415C-9558-F4EAC6B7BDE2}" destId="{CD670D8A-C850-425F-8607-1565981A4DE1}" srcOrd="1" destOrd="0" presId="urn:microsoft.com/office/officeart/2005/8/layout/orgChart1"/>
    <dgm:cxn modelId="{33E49FDD-ADA8-4D7C-A76A-D513C0055863}" type="presParOf" srcId="{59436551-94C1-4EC3-9EF6-E943E7F7A6F5}" destId="{C624FF7B-5281-492B-9CD1-98E7D79A253B}" srcOrd="1" destOrd="0" presId="urn:microsoft.com/office/officeart/2005/8/layout/orgChart1"/>
    <dgm:cxn modelId="{3D7E1262-F8D8-44FB-A090-0FD8A214EA1D}" type="presParOf" srcId="{C624FF7B-5281-492B-9CD1-98E7D79A253B}" destId="{26CAB59F-54A8-4BB1-9485-A42B91515433}" srcOrd="0" destOrd="0" presId="urn:microsoft.com/office/officeart/2005/8/layout/orgChart1"/>
    <dgm:cxn modelId="{989EDA8F-0CBA-4831-81BC-9C5315751AAF}" type="presParOf" srcId="{C624FF7B-5281-492B-9CD1-98E7D79A253B}" destId="{FC353656-2DB6-40C0-B0AD-08F6EC4F574C}" srcOrd="1" destOrd="0" presId="urn:microsoft.com/office/officeart/2005/8/layout/orgChart1"/>
    <dgm:cxn modelId="{C5FC15C5-4170-4AEB-80A8-52932807BE5D}" type="presParOf" srcId="{FC353656-2DB6-40C0-B0AD-08F6EC4F574C}" destId="{87EC93B1-5383-4AFD-A258-32C268DEB8F5}" srcOrd="0" destOrd="0" presId="urn:microsoft.com/office/officeart/2005/8/layout/orgChart1"/>
    <dgm:cxn modelId="{ADD29EE2-7BD9-4984-9F51-22B8CE1FE904}" type="presParOf" srcId="{87EC93B1-5383-4AFD-A258-32C268DEB8F5}" destId="{090E2623-BB5D-47F5-BD77-5B31E8F890F4}" srcOrd="0" destOrd="0" presId="urn:microsoft.com/office/officeart/2005/8/layout/orgChart1"/>
    <dgm:cxn modelId="{9FC41A3B-744A-408D-A8CC-61215EF9B9CE}" type="presParOf" srcId="{87EC93B1-5383-4AFD-A258-32C268DEB8F5}" destId="{72CDFC67-6F30-49E1-97B9-5E22792AD854}" srcOrd="1" destOrd="0" presId="urn:microsoft.com/office/officeart/2005/8/layout/orgChart1"/>
    <dgm:cxn modelId="{D18EA863-78AF-4DBF-AEC6-42BD9D93CC50}" type="presParOf" srcId="{FC353656-2DB6-40C0-B0AD-08F6EC4F574C}" destId="{4BE833FA-AAA7-4136-B8C4-C40CB3D14BEA}" srcOrd="1" destOrd="0" presId="urn:microsoft.com/office/officeart/2005/8/layout/orgChart1"/>
    <dgm:cxn modelId="{D65CF06B-4828-4411-8602-29BE3F899BD2}" type="presParOf" srcId="{FC353656-2DB6-40C0-B0AD-08F6EC4F574C}" destId="{4B30FB79-18DA-4129-8544-C033164D3FDA}" srcOrd="2" destOrd="0" presId="urn:microsoft.com/office/officeart/2005/8/layout/orgChart1"/>
    <dgm:cxn modelId="{D122B314-42FB-4861-AFC2-6030D165FD19}" type="presParOf" srcId="{C624FF7B-5281-492B-9CD1-98E7D79A253B}" destId="{AB7B068A-C625-45D3-B89A-899CCC908224}" srcOrd="2" destOrd="0" presId="urn:microsoft.com/office/officeart/2005/8/layout/orgChart1"/>
    <dgm:cxn modelId="{77FF8B72-66DA-4302-8699-36D7B662C166}" type="presParOf" srcId="{C624FF7B-5281-492B-9CD1-98E7D79A253B}" destId="{DE5D5CC5-6361-466A-ABD7-37AE3AD2392B}" srcOrd="3" destOrd="0" presId="urn:microsoft.com/office/officeart/2005/8/layout/orgChart1"/>
    <dgm:cxn modelId="{FEC0E3B9-8ACD-4701-AE6B-8E69D6D52A4B}" type="presParOf" srcId="{DE5D5CC5-6361-466A-ABD7-37AE3AD2392B}" destId="{118D289D-CEDF-4F1C-846E-C26779F90417}" srcOrd="0" destOrd="0" presId="urn:microsoft.com/office/officeart/2005/8/layout/orgChart1"/>
    <dgm:cxn modelId="{054A81C0-3E3F-4D6F-AAF6-39FD110EE545}" type="presParOf" srcId="{118D289D-CEDF-4F1C-846E-C26779F90417}" destId="{3F98BE1B-63DF-46F0-9999-DF0B217614E8}" srcOrd="0" destOrd="0" presId="urn:microsoft.com/office/officeart/2005/8/layout/orgChart1"/>
    <dgm:cxn modelId="{4D98930A-7F06-4450-82EC-C11C1FAAF3EA}" type="presParOf" srcId="{118D289D-CEDF-4F1C-846E-C26779F90417}" destId="{66884E42-A100-4514-A3F5-EC31B56E3B74}" srcOrd="1" destOrd="0" presId="urn:microsoft.com/office/officeart/2005/8/layout/orgChart1"/>
    <dgm:cxn modelId="{6D697CBB-A43D-4972-897B-A953A548FADE}" type="presParOf" srcId="{DE5D5CC5-6361-466A-ABD7-37AE3AD2392B}" destId="{31B4228E-4B99-4D4F-9BB7-BC7B10E05E16}" srcOrd="1" destOrd="0" presId="urn:microsoft.com/office/officeart/2005/8/layout/orgChart1"/>
    <dgm:cxn modelId="{843E8478-6854-44EB-B19A-91829EC95453}" type="presParOf" srcId="{DE5D5CC5-6361-466A-ABD7-37AE3AD2392B}" destId="{9464EA71-F75F-44CB-9A43-E54CE2F9D9DB}" srcOrd="2" destOrd="0" presId="urn:microsoft.com/office/officeart/2005/8/layout/orgChart1"/>
    <dgm:cxn modelId="{D3324D00-CB24-464E-BDED-FDE46AE15030}" type="presParOf" srcId="{59436551-94C1-4EC3-9EF6-E943E7F7A6F5}" destId="{D05A9EC1-D53B-4E1E-A305-CDEC1BA2C820}" srcOrd="2" destOrd="0" presId="urn:microsoft.com/office/officeart/2005/8/layout/orgChart1"/>
    <dgm:cxn modelId="{EA5FEC8D-2385-450D-9A85-28EAF527731D}" type="presParOf" srcId="{37979ABF-A7A5-4183-B9B5-A24E86CB6566}" destId="{F9D5AB9A-0513-414E-9DB5-AD83795CDDE5}" srcOrd="2" destOrd="0" presId="urn:microsoft.com/office/officeart/2005/8/layout/orgChart1"/>
    <dgm:cxn modelId="{9DDB7BF9-D3B7-46EA-9CF8-2121D1EB7DF6}" type="presParOf" srcId="{37979ABF-A7A5-4183-B9B5-A24E86CB6566}" destId="{10D74777-C45C-4664-9260-BBD576EFB2B0}" srcOrd="3" destOrd="0" presId="urn:microsoft.com/office/officeart/2005/8/layout/orgChart1"/>
    <dgm:cxn modelId="{259CBD5F-0A3D-4169-A80D-881383EFA514}" type="presParOf" srcId="{10D74777-C45C-4664-9260-BBD576EFB2B0}" destId="{4FED91F3-6AF0-4FBD-AECE-F3797CD0CEE9}" srcOrd="0" destOrd="0" presId="urn:microsoft.com/office/officeart/2005/8/layout/orgChart1"/>
    <dgm:cxn modelId="{0576F34A-F6B3-4206-9154-63C336086F15}" type="presParOf" srcId="{4FED91F3-6AF0-4FBD-AECE-F3797CD0CEE9}" destId="{C97FBAC0-FB20-47FE-BB6E-0FB9CE1C2506}" srcOrd="0" destOrd="0" presId="urn:microsoft.com/office/officeart/2005/8/layout/orgChart1"/>
    <dgm:cxn modelId="{2D7926E8-DC9E-4026-969B-C0E66D1FDCB6}" type="presParOf" srcId="{4FED91F3-6AF0-4FBD-AECE-F3797CD0CEE9}" destId="{C67C5EEE-9545-4212-A615-4A1F0DBE34F5}" srcOrd="1" destOrd="0" presId="urn:microsoft.com/office/officeart/2005/8/layout/orgChart1"/>
    <dgm:cxn modelId="{1ECA99DC-21EF-44C6-B66D-4F31F43AABBD}" type="presParOf" srcId="{10D74777-C45C-4664-9260-BBD576EFB2B0}" destId="{C3DEBE4A-E256-49C3-9A15-1EDF53D3A2E6}" srcOrd="1" destOrd="0" presId="urn:microsoft.com/office/officeart/2005/8/layout/orgChart1"/>
    <dgm:cxn modelId="{7DCA0BA2-864B-42F4-B154-930C733D7F9E}" type="presParOf" srcId="{C3DEBE4A-E256-49C3-9A15-1EDF53D3A2E6}" destId="{F40F4029-227D-47CC-8078-6A60FA00BD73}" srcOrd="0" destOrd="0" presId="urn:microsoft.com/office/officeart/2005/8/layout/orgChart1"/>
    <dgm:cxn modelId="{5DF1FEF4-BB0A-4EEB-B1A1-41CFBF124022}" type="presParOf" srcId="{C3DEBE4A-E256-49C3-9A15-1EDF53D3A2E6}" destId="{A77F30B9-472C-4CA7-B20D-B518070000C8}" srcOrd="1" destOrd="0" presId="urn:microsoft.com/office/officeart/2005/8/layout/orgChart1"/>
    <dgm:cxn modelId="{16592376-7829-486D-9EF0-FE7C1285D124}" type="presParOf" srcId="{A77F30B9-472C-4CA7-B20D-B518070000C8}" destId="{BEB9EC94-C568-42F0-AA39-931856F64370}" srcOrd="0" destOrd="0" presId="urn:microsoft.com/office/officeart/2005/8/layout/orgChart1"/>
    <dgm:cxn modelId="{F5811E01-4664-441C-A80F-24AA8E89E9BF}" type="presParOf" srcId="{BEB9EC94-C568-42F0-AA39-931856F64370}" destId="{9E20A613-123F-4DE0-B67E-1879642795C8}" srcOrd="0" destOrd="0" presId="urn:microsoft.com/office/officeart/2005/8/layout/orgChart1"/>
    <dgm:cxn modelId="{3F9EBFE9-B3C0-4C29-8038-E5FC29522198}" type="presParOf" srcId="{BEB9EC94-C568-42F0-AA39-931856F64370}" destId="{9D411825-B67A-4F1F-8273-B738F94CBD94}" srcOrd="1" destOrd="0" presId="urn:microsoft.com/office/officeart/2005/8/layout/orgChart1"/>
    <dgm:cxn modelId="{CD1E868E-52E4-4515-A622-A53A27830D57}" type="presParOf" srcId="{A77F30B9-472C-4CA7-B20D-B518070000C8}" destId="{EE82C225-9856-4461-BB2D-DDF1D5B97DE9}" srcOrd="1" destOrd="0" presId="urn:microsoft.com/office/officeart/2005/8/layout/orgChart1"/>
    <dgm:cxn modelId="{0BB89D06-CAA9-44A1-AD68-4B9C4CAA1BA1}" type="presParOf" srcId="{A77F30B9-472C-4CA7-B20D-B518070000C8}" destId="{FE70FB72-8108-4089-BEBC-29FF376D8E87}" srcOrd="2" destOrd="0" presId="urn:microsoft.com/office/officeart/2005/8/layout/orgChart1"/>
    <dgm:cxn modelId="{38427950-8DD6-4718-ABE3-FE22843F4A7F}" type="presParOf" srcId="{C3DEBE4A-E256-49C3-9A15-1EDF53D3A2E6}" destId="{EF404BFA-9DC4-4443-A8B5-CDDA51C746B4}" srcOrd="2" destOrd="0" presId="urn:microsoft.com/office/officeart/2005/8/layout/orgChart1"/>
    <dgm:cxn modelId="{4A2E502C-79A2-4789-9CBE-5D7D4BDD2968}" type="presParOf" srcId="{C3DEBE4A-E256-49C3-9A15-1EDF53D3A2E6}" destId="{A9BB6689-D032-4A83-8A14-835086B099D5}" srcOrd="3" destOrd="0" presId="urn:microsoft.com/office/officeart/2005/8/layout/orgChart1"/>
    <dgm:cxn modelId="{EBC69F6E-4626-41E5-ACE6-AC5EE0F2E73C}" type="presParOf" srcId="{A9BB6689-D032-4A83-8A14-835086B099D5}" destId="{8727ED45-75F5-4114-9793-1E2E9F90C73E}" srcOrd="0" destOrd="0" presId="urn:microsoft.com/office/officeart/2005/8/layout/orgChart1"/>
    <dgm:cxn modelId="{47A1DC50-F667-498A-BBE1-A10C520E3092}" type="presParOf" srcId="{8727ED45-75F5-4114-9793-1E2E9F90C73E}" destId="{5813C1A5-6391-4317-9677-2523CD8B50FE}" srcOrd="0" destOrd="0" presId="urn:microsoft.com/office/officeart/2005/8/layout/orgChart1"/>
    <dgm:cxn modelId="{AEAF1099-55F2-43AD-89D0-478846B5B783}" type="presParOf" srcId="{8727ED45-75F5-4114-9793-1E2E9F90C73E}" destId="{C3FC4F08-F937-4C7A-8EB5-19439C8BA5A0}" srcOrd="1" destOrd="0" presId="urn:microsoft.com/office/officeart/2005/8/layout/orgChart1"/>
    <dgm:cxn modelId="{E32B1650-7DD3-40AD-88C4-E5CABA54C007}" type="presParOf" srcId="{A9BB6689-D032-4A83-8A14-835086B099D5}" destId="{6B1EE739-F68C-4E40-AC7F-774B3171BD6F}" srcOrd="1" destOrd="0" presId="urn:microsoft.com/office/officeart/2005/8/layout/orgChart1"/>
    <dgm:cxn modelId="{C326FABB-F686-4A0F-84A8-E557B9C2418B}" type="presParOf" srcId="{A9BB6689-D032-4A83-8A14-835086B099D5}" destId="{06E89F0F-B90D-40A8-9D3B-8257A730E5D0}" srcOrd="2" destOrd="0" presId="urn:microsoft.com/office/officeart/2005/8/layout/orgChart1"/>
    <dgm:cxn modelId="{8B74DAF0-0B09-4290-8B77-82ECF6242B9F}" type="presParOf" srcId="{10D74777-C45C-4664-9260-BBD576EFB2B0}" destId="{161A3A64-465D-411D-9238-524DE925DFE4}" srcOrd="2" destOrd="0" presId="urn:microsoft.com/office/officeart/2005/8/layout/orgChart1"/>
    <dgm:cxn modelId="{AC93D654-2302-4872-92AC-4B073446A313}" type="presParOf" srcId="{6BB8B91F-0B20-4661-8BB3-3A8421F90BC0}" destId="{5A11348F-99D6-44F2-8F58-F8DD3337739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 custT="1"/>
      <dgm:spPr>
        <a:solidFill>
          <a:srgbClr val="95B0D6"/>
        </a:solidFill>
      </dgm:spPr>
      <dgm:t>
        <a:bodyPr/>
        <a:lstStyle/>
        <a:p>
          <a:r>
            <a:rPr lang="en-US" sz="3600" dirty="0" smtClean="0"/>
            <a:t>Multiple panels</a:t>
          </a:r>
          <a:endParaRPr lang="nl-NL" sz="3600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89ADB454-1C36-4626-A817-7EA81ACB6523}">
      <dgm:prSet phldrT="[Text]"/>
      <dgm:spPr/>
      <dgm:t>
        <a:bodyPr/>
        <a:lstStyle/>
        <a:p>
          <a:r>
            <a:rPr lang="en-US" dirty="0" smtClean="0"/>
            <a:t>Change site layout and style</a:t>
          </a:r>
          <a:endParaRPr lang="nl-NL" dirty="0">
            <a:solidFill>
              <a:schemeClr val="tx1"/>
            </a:solidFill>
          </a:endParaRPr>
        </a:p>
      </dgm:t>
    </dgm:pt>
    <dgm:pt modelId="{1C7AD57B-5D49-436F-ABA9-31772C28EABD}" type="parTrans" cxnId="{6FA8FC54-5CF3-4A6A-B864-7303CAC6860F}">
      <dgm:prSet/>
      <dgm:spPr/>
      <dgm:t>
        <a:bodyPr/>
        <a:lstStyle/>
        <a:p>
          <a:endParaRPr lang="nl-NL"/>
        </a:p>
      </dgm:t>
    </dgm:pt>
    <dgm:pt modelId="{AC147459-14AB-41AC-822E-9FB147979EBE}" type="sibTrans" cxnId="{6FA8FC54-5CF3-4A6A-B864-7303CAC6860F}">
      <dgm:prSet/>
      <dgm:spPr/>
      <dgm:t>
        <a:bodyPr/>
        <a:lstStyle/>
        <a:p>
          <a:endParaRPr lang="nl-NL"/>
        </a:p>
      </dgm:t>
    </dgm:pt>
    <dgm:pt modelId="{6EFA6F48-79FB-4B84-9F40-941BDA3968BF}">
      <dgm:prSet phldrT="[Text]"/>
      <dgm:spPr/>
      <dgm:t>
        <a:bodyPr/>
        <a:lstStyle/>
        <a:p>
          <a:r>
            <a:rPr lang="en-US" dirty="0" smtClean="0"/>
            <a:t>Override views and/or elements</a:t>
          </a:r>
          <a:endParaRPr lang="nl-NL" dirty="0"/>
        </a:p>
      </dgm:t>
    </dgm:pt>
    <dgm:pt modelId="{55B63302-C9C2-4446-B78E-33D115675C70}" type="parTrans" cxnId="{64D8B440-65EC-4F3C-9B51-ABA348319788}">
      <dgm:prSet/>
      <dgm:spPr/>
      <dgm:t>
        <a:bodyPr/>
        <a:lstStyle/>
        <a:p>
          <a:endParaRPr lang="nl-NL"/>
        </a:p>
      </dgm:t>
    </dgm:pt>
    <dgm:pt modelId="{6D024328-0B89-4E21-BCBD-DF6B6239DD14}" type="sibTrans" cxnId="{64D8B440-65EC-4F3C-9B51-ABA348319788}">
      <dgm:prSet/>
      <dgm:spPr/>
      <dgm:t>
        <a:bodyPr/>
        <a:lstStyle/>
        <a:p>
          <a:endParaRPr lang="nl-NL"/>
        </a:p>
      </dgm:t>
    </dgm:pt>
    <dgm:pt modelId="{DEF152CB-4568-4879-9D13-3FC03F12E3F0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D988FDDA-7896-4750-B021-358B9942E0E3}" type="parTrans" cxnId="{7CEAABBC-E79E-4ABE-AEE8-CEB7E7B9C8D4}">
      <dgm:prSet/>
      <dgm:spPr/>
    </dgm:pt>
    <dgm:pt modelId="{A307CC0D-E8A7-4BCE-A245-525851383965}" type="sibTrans" cxnId="{7CEAABBC-E79E-4ABE-AEE8-CEB7E7B9C8D4}">
      <dgm:prSet/>
      <dgm:spPr/>
    </dgm:pt>
    <dgm:pt modelId="{A9259111-4BAE-41B6-AFAF-FA82B9E9E5D3}">
      <dgm:prSet phldrT="[Text]"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sz="3600" dirty="0" smtClean="0"/>
            <a:t>Themes</a:t>
          </a:r>
          <a:endParaRPr lang="nl-NL" sz="3600" dirty="0"/>
        </a:p>
      </dgm:t>
    </dgm:pt>
    <dgm:pt modelId="{260742AB-039A-48F9-AF40-525C523C93D2}" type="sibTrans" cxnId="{932D6667-AB97-4CE0-A133-1790545463A7}">
      <dgm:prSet/>
      <dgm:spPr/>
      <dgm:t>
        <a:bodyPr/>
        <a:lstStyle/>
        <a:p>
          <a:endParaRPr lang="nl-NL"/>
        </a:p>
      </dgm:t>
    </dgm:pt>
    <dgm:pt modelId="{9C146B68-9D7C-490B-B930-E88740E22A2B}" type="parTrans" cxnId="{932D6667-AB97-4CE0-A133-1790545463A7}">
      <dgm:prSet/>
      <dgm:spPr/>
      <dgm:t>
        <a:bodyPr/>
        <a:lstStyle/>
        <a:p>
          <a:endParaRPr lang="nl-NL"/>
        </a:p>
      </dgm:t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3" custLinFactNeighborX="3382" custLinFactNeighborY="1990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D06D57E-0318-437F-97E0-560F8F207133}" type="pres">
      <dgm:prSet presAssocID="{04E87BEB-B345-4649-8AAD-47A81E81EB6D}" presName="spacer" presStyleCnt="0"/>
      <dgm:spPr/>
    </dgm:pt>
    <dgm:pt modelId="{61372987-3684-410C-A5B5-AB1257EF57D5}" type="pres">
      <dgm:prSet presAssocID="{A9259111-4BAE-41B6-AFAF-FA82B9E9E5D3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3603E892-E132-4366-8D0C-8C88923712A4}" type="pres">
      <dgm:prSet presAssocID="{A9259111-4BAE-41B6-AFAF-FA82B9E9E5D3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AAA4B5FF-10D2-43F5-A2F8-10D2A8924372}" type="pres">
      <dgm:prSet presAssocID="{DEF152CB-4568-4879-9D13-3FC03F12E3F0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2E50235F-03D2-4F0C-9640-05515932414D}" type="presOf" srcId="{6EFA6F48-79FB-4B84-9F40-941BDA3968BF}" destId="{3603E892-E132-4366-8D0C-8C88923712A4}" srcOrd="0" destOrd="1" presId="urn:microsoft.com/office/officeart/2005/8/layout/vList2"/>
    <dgm:cxn modelId="{421CCC2F-163C-406C-BD25-F3B0ADA09CD4}" type="presOf" srcId="{BF89F560-C63B-4925-B2BF-928E56CDDF88}" destId="{6DA2A44E-7305-4854-B540-74E561D5AAB2}" srcOrd="0" destOrd="0" presId="urn:microsoft.com/office/officeart/2005/8/layout/vList2"/>
    <dgm:cxn modelId="{64D8B440-65EC-4F3C-9B51-ABA348319788}" srcId="{A9259111-4BAE-41B6-AFAF-FA82B9E9E5D3}" destId="{6EFA6F48-79FB-4B84-9F40-941BDA3968BF}" srcOrd="1" destOrd="0" parTransId="{55B63302-C9C2-4446-B78E-33D115675C70}" sibTransId="{6D024328-0B89-4E21-BCBD-DF6B6239DD14}"/>
    <dgm:cxn modelId="{72B8792B-FBB6-4549-9363-F1BBF5C949EA}" type="presOf" srcId="{A9259111-4BAE-41B6-AFAF-FA82B9E9E5D3}" destId="{61372987-3684-410C-A5B5-AB1257EF57D5}" srcOrd="0" destOrd="0" presId="urn:microsoft.com/office/officeart/2005/8/layout/vList2"/>
    <dgm:cxn modelId="{EC28380C-277F-4971-A9B5-BE1CA376A797}" type="presOf" srcId="{DEF152CB-4568-4879-9D13-3FC03F12E3F0}" destId="{AAA4B5FF-10D2-43F5-A2F8-10D2A8924372}" srcOrd="0" destOrd="0" presId="urn:microsoft.com/office/officeart/2005/8/layout/vList2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6FA8FC54-5CF3-4A6A-B864-7303CAC6860F}" srcId="{A9259111-4BAE-41B6-AFAF-FA82B9E9E5D3}" destId="{89ADB454-1C36-4626-A817-7EA81ACB6523}" srcOrd="0" destOrd="0" parTransId="{1C7AD57B-5D49-436F-ABA9-31772C28EABD}" sibTransId="{AC147459-14AB-41AC-822E-9FB147979EBE}"/>
    <dgm:cxn modelId="{7CEAABBC-E79E-4ABE-AEE8-CEB7E7B9C8D4}" srcId="{BF89F560-C63B-4925-B2BF-928E56CDDF88}" destId="{DEF152CB-4568-4879-9D13-3FC03F12E3F0}" srcOrd="2" destOrd="0" parTransId="{D988FDDA-7896-4750-B021-358B9942E0E3}" sibTransId="{A307CC0D-E8A7-4BCE-A245-525851383965}"/>
    <dgm:cxn modelId="{7997080C-4CB0-408F-9D2D-1F5776014173}" type="presOf" srcId="{89ADB454-1C36-4626-A817-7EA81ACB6523}" destId="{3603E892-E132-4366-8D0C-8C88923712A4}" srcOrd="0" destOrd="0" presId="urn:microsoft.com/office/officeart/2005/8/layout/vList2"/>
    <dgm:cxn modelId="{D0A5BD7C-15EC-4091-AEE0-22818B1FA5AF}" type="presOf" srcId="{B3F42159-6BA6-4FC5-A3A6-C77E3D9747E1}" destId="{303A2166-8B83-475B-88B4-FFEF8F2C0DA8}" srcOrd="0" destOrd="0" presId="urn:microsoft.com/office/officeart/2005/8/layout/vList2"/>
    <dgm:cxn modelId="{932D6667-AB97-4CE0-A133-1790545463A7}" srcId="{BF89F560-C63B-4925-B2BF-928E56CDDF88}" destId="{A9259111-4BAE-41B6-AFAF-FA82B9E9E5D3}" srcOrd="1" destOrd="0" parTransId="{9C146B68-9D7C-490B-B930-E88740E22A2B}" sibTransId="{260742AB-039A-48F9-AF40-525C523C93D2}"/>
    <dgm:cxn modelId="{39CC54E6-757C-4F36-A41E-50137D7A1E5A}" type="presParOf" srcId="{6DA2A44E-7305-4854-B540-74E561D5AAB2}" destId="{303A2166-8B83-475B-88B4-FFEF8F2C0DA8}" srcOrd="0" destOrd="0" presId="urn:microsoft.com/office/officeart/2005/8/layout/vList2"/>
    <dgm:cxn modelId="{98339186-D6A3-4596-8C51-DEE819BFD970}" type="presParOf" srcId="{6DA2A44E-7305-4854-B540-74E561D5AAB2}" destId="{BD06D57E-0318-437F-97E0-560F8F207133}" srcOrd="1" destOrd="0" presId="urn:microsoft.com/office/officeart/2005/8/layout/vList2"/>
    <dgm:cxn modelId="{35819A70-CE8B-4816-95AD-22AD2557F44E}" type="presParOf" srcId="{6DA2A44E-7305-4854-B540-74E561D5AAB2}" destId="{61372987-3684-410C-A5B5-AB1257EF57D5}" srcOrd="2" destOrd="0" presId="urn:microsoft.com/office/officeart/2005/8/layout/vList2"/>
    <dgm:cxn modelId="{6550B671-1206-40F3-95F4-D85393F622CF}" type="presParOf" srcId="{6DA2A44E-7305-4854-B540-74E561D5AAB2}" destId="{3603E892-E132-4366-8D0C-8C88923712A4}" srcOrd="3" destOrd="0" presId="urn:microsoft.com/office/officeart/2005/8/layout/vList2"/>
    <dgm:cxn modelId="{4225DED7-A4DA-4F03-B273-0193F2DBC8C1}" type="presParOf" srcId="{6DA2A44E-7305-4854-B540-74E561D5AAB2}" destId="{AAA4B5FF-10D2-43F5-A2F8-10D2A89243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Multiple panels</a:t>
          </a:r>
          <a:endParaRPr lang="nl-NL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A6948E4B-FB38-498E-81D0-7FD8C90128FA}">
      <dgm:prSet phldrT="[Text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 smtClean="0"/>
            <a:t>Search engine optimization</a:t>
          </a:r>
          <a:endParaRPr lang="nl-NL" dirty="0"/>
        </a:p>
      </dgm:t>
    </dgm:pt>
    <dgm:pt modelId="{3C7C259B-2448-4C89-B7F0-00B5468A24EC}" type="parTrans" cxnId="{522B093F-F8B1-4359-82DE-BE483FE0A483}">
      <dgm:prSet/>
      <dgm:spPr/>
      <dgm:t>
        <a:bodyPr/>
        <a:lstStyle/>
        <a:p>
          <a:endParaRPr lang="nl-NL"/>
        </a:p>
      </dgm:t>
    </dgm:pt>
    <dgm:pt modelId="{77B0D634-0DDE-479B-84CE-A00D78F79DFE}" type="sibTrans" cxnId="{522B093F-F8B1-4359-82DE-BE483FE0A483}">
      <dgm:prSet/>
      <dgm:spPr/>
      <dgm:t>
        <a:bodyPr/>
        <a:lstStyle/>
        <a:p>
          <a:endParaRPr lang="nl-NL"/>
        </a:p>
      </dgm:t>
    </dgm:pt>
    <dgm:pt modelId="{1B81E5FF-9243-4E68-9C3F-F9FEEEF9485E}">
      <dgm:prSet/>
      <dgm:spPr/>
      <dgm:t>
        <a:bodyPr/>
        <a:lstStyle/>
        <a:p>
          <a:r>
            <a:rPr lang="en-US" dirty="0" smtClean="0"/>
            <a:t>Increased </a:t>
          </a:r>
          <a:r>
            <a:rPr lang="en-US" dirty="0" err="1" smtClean="0"/>
            <a:t>PageRank</a:t>
          </a:r>
          <a:endParaRPr lang="en-US" dirty="0" smtClean="0"/>
        </a:p>
      </dgm:t>
    </dgm:pt>
    <dgm:pt modelId="{B86C23DC-FA16-49F9-84CD-5B62CEE39C5E}" type="parTrans" cxnId="{ECD8065F-F14C-49C4-A199-440EA693218C}">
      <dgm:prSet/>
      <dgm:spPr/>
      <dgm:t>
        <a:bodyPr/>
        <a:lstStyle/>
        <a:p>
          <a:endParaRPr lang="nl-NL"/>
        </a:p>
      </dgm:t>
    </dgm:pt>
    <dgm:pt modelId="{1F037CBD-4799-4904-8662-853A314E42FF}" type="sibTrans" cxnId="{ECD8065F-F14C-49C4-A199-440EA693218C}">
      <dgm:prSet/>
      <dgm:spPr/>
      <dgm:t>
        <a:bodyPr/>
        <a:lstStyle/>
        <a:p>
          <a:endParaRPr lang="nl-NL"/>
        </a:p>
      </dgm:t>
    </dgm:pt>
    <dgm:pt modelId="{73B08071-38AE-4FC7-84B8-E1884040014E}">
      <dgm:prSet/>
      <dgm:spPr/>
      <dgm:t>
        <a:bodyPr/>
        <a:lstStyle/>
        <a:p>
          <a:r>
            <a:rPr lang="en-US" dirty="0" smtClean="0"/>
            <a:t>Doubled traffic from search engines</a:t>
          </a:r>
        </a:p>
      </dgm:t>
    </dgm:pt>
    <dgm:pt modelId="{D6D247B0-5C58-4F7B-90D3-42184D51E4BA}" type="parTrans" cxnId="{8011F2EA-870B-488C-8952-D6CCD2C12A47}">
      <dgm:prSet/>
      <dgm:spPr/>
      <dgm:t>
        <a:bodyPr/>
        <a:lstStyle/>
        <a:p>
          <a:endParaRPr lang="nl-NL"/>
        </a:p>
      </dgm:t>
    </dgm:pt>
    <dgm:pt modelId="{318A4535-5658-4B2D-9ABD-19D488069C8A}" type="sibTrans" cxnId="{8011F2EA-870B-488C-8952-D6CCD2C12A47}">
      <dgm:prSet/>
      <dgm:spPr/>
      <dgm:t>
        <a:bodyPr/>
        <a:lstStyle/>
        <a:p>
          <a:endParaRPr lang="nl-NL"/>
        </a:p>
      </dgm:t>
    </dgm:pt>
    <dgm:pt modelId="{A3902F2B-6FA1-4E88-8AD4-F099D8419083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Themes</a:t>
          </a:r>
          <a:endParaRPr lang="nl-NL" dirty="0"/>
        </a:p>
      </dgm:t>
    </dgm:pt>
    <dgm:pt modelId="{3B705C66-D23B-4B81-89C9-FC1DF7891FE1}" type="parTrans" cxnId="{6020D83D-FCE4-4648-9EC0-4C146BB6FC76}">
      <dgm:prSet/>
      <dgm:spPr/>
    </dgm:pt>
    <dgm:pt modelId="{98CE9418-489A-4908-8662-1433B56D5E53}" type="sibTrans" cxnId="{6020D83D-FCE4-4648-9EC0-4C146BB6FC76}">
      <dgm:prSet/>
      <dgm:spPr/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F6BDBC0B-B29F-40D7-966B-1B35CA9C3354}" type="pres">
      <dgm:prSet presAssocID="{04E87BEB-B345-4649-8AAD-47A81E81EB6D}" presName="spacer" presStyleCnt="0"/>
      <dgm:spPr/>
    </dgm:pt>
    <dgm:pt modelId="{0A913707-272C-40ED-88CD-F47B44BD2E81}" type="pres">
      <dgm:prSet presAssocID="{A3902F2B-6FA1-4E88-8AD4-F099D8419083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5F9B18D5-9327-4747-AD8A-A38585A4665C}" type="pres">
      <dgm:prSet presAssocID="{98CE9418-489A-4908-8662-1433B56D5E53}" presName="spacer" presStyleCnt="0"/>
      <dgm:spPr/>
    </dgm:pt>
    <dgm:pt modelId="{290AD12E-40B8-4C87-B591-077122BE2D93}" type="pres">
      <dgm:prSet presAssocID="{A6948E4B-FB38-498E-81D0-7FD8C90128F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4AE5E4A1-2218-46B7-B478-9DB9C4352348}" type="pres">
      <dgm:prSet presAssocID="{A6948E4B-FB38-498E-81D0-7FD8C90128FA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522B093F-F8B1-4359-82DE-BE483FE0A483}" srcId="{BF89F560-C63B-4925-B2BF-928E56CDDF88}" destId="{A6948E4B-FB38-498E-81D0-7FD8C90128FA}" srcOrd="2" destOrd="0" parTransId="{3C7C259B-2448-4C89-B7F0-00B5468A24EC}" sibTransId="{77B0D634-0DDE-479B-84CE-A00D78F79DFE}"/>
    <dgm:cxn modelId="{6020D83D-FCE4-4648-9EC0-4C146BB6FC76}" srcId="{BF89F560-C63B-4925-B2BF-928E56CDDF88}" destId="{A3902F2B-6FA1-4E88-8AD4-F099D8419083}" srcOrd="1" destOrd="0" parTransId="{3B705C66-D23B-4B81-89C9-FC1DF7891FE1}" sibTransId="{98CE9418-489A-4908-8662-1433B56D5E53}"/>
    <dgm:cxn modelId="{96F5EF89-8F78-4A09-AFB6-36987B706EE8}" type="presOf" srcId="{A6948E4B-FB38-498E-81D0-7FD8C90128FA}" destId="{290AD12E-40B8-4C87-B591-077122BE2D93}" srcOrd="0" destOrd="0" presId="urn:microsoft.com/office/officeart/2005/8/layout/vList2"/>
    <dgm:cxn modelId="{E830FD2E-C611-4D87-9840-EBB28FC94C3B}" type="presOf" srcId="{B3F42159-6BA6-4FC5-A3A6-C77E3D9747E1}" destId="{303A2166-8B83-475B-88B4-FFEF8F2C0DA8}" srcOrd="0" destOrd="0" presId="urn:microsoft.com/office/officeart/2005/8/layout/vList2"/>
    <dgm:cxn modelId="{B8A4CC09-4EE7-48CF-A254-D162B2C43496}" type="presOf" srcId="{73B08071-38AE-4FC7-84B8-E1884040014E}" destId="{4AE5E4A1-2218-46B7-B478-9DB9C4352348}" srcOrd="0" destOrd="1" presId="urn:microsoft.com/office/officeart/2005/8/layout/vList2"/>
    <dgm:cxn modelId="{A74CB025-8EC6-49CD-94CB-653F1126B639}" type="presOf" srcId="{BF89F560-C63B-4925-B2BF-928E56CDDF88}" destId="{6DA2A44E-7305-4854-B540-74E561D5AAB2}" srcOrd="0" destOrd="0" presId="urn:microsoft.com/office/officeart/2005/8/layout/vList2"/>
    <dgm:cxn modelId="{ECD8065F-F14C-49C4-A199-440EA693218C}" srcId="{A6948E4B-FB38-498E-81D0-7FD8C90128FA}" destId="{1B81E5FF-9243-4E68-9C3F-F9FEEEF9485E}" srcOrd="0" destOrd="0" parTransId="{B86C23DC-FA16-49F9-84CD-5B62CEE39C5E}" sibTransId="{1F037CBD-4799-4904-8662-853A314E42FF}"/>
    <dgm:cxn modelId="{74E7F516-91A4-4147-BCC4-627E1CA8BABF}" type="presOf" srcId="{A3902F2B-6FA1-4E88-8AD4-F099D8419083}" destId="{0A913707-272C-40ED-88CD-F47B44BD2E81}" srcOrd="0" destOrd="0" presId="urn:microsoft.com/office/officeart/2005/8/layout/vList2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8011F2EA-870B-488C-8952-D6CCD2C12A47}" srcId="{A6948E4B-FB38-498E-81D0-7FD8C90128FA}" destId="{73B08071-38AE-4FC7-84B8-E1884040014E}" srcOrd="1" destOrd="0" parTransId="{D6D247B0-5C58-4F7B-90D3-42184D51E4BA}" sibTransId="{318A4535-5658-4B2D-9ABD-19D488069C8A}"/>
    <dgm:cxn modelId="{B8466406-5FC6-4498-9BD1-24C87103AB18}" type="presOf" srcId="{1B81E5FF-9243-4E68-9C3F-F9FEEEF9485E}" destId="{4AE5E4A1-2218-46B7-B478-9DB9C4352348}" srcOrd="0" destOrd="0" presId="urn:microsoft.com/office/officeart/2005/8/layout/vList2"/>
    <dgm:cxn modelId="{D27909D5-F5A0-4121-B314-E8C1C5CE118D}" type="presParOf" srcId="{6DA2A44E-7305-4854-B540-74E561D5AAB2}" destId="{303A2166-8B83-475B-88B4-FFEF8F2C0DA8}" srcOrd="0" destOrd="0" presId="urn:microsoft.com/office/officeart/2005/8/layout/vList2"/>
    <dgm:cxn modelId="{79C58522-52DB-44C6-A4F3-F6047CB14534}" type="presParOf" srcId="{6DA2A44E-7305-4854-B540-74E561D5AAB2}" destId="{F6BDBC0B-B29F-40D7-966B-1B35CA9C3354}" srcOrd="1" destOrd="0" presId="urn:microsoft.com/office/officeart/2005/8/layout/vList2"/>
    <dgm:cxn modelId="{45B64D56-D5F7-4F67-A379-A3C098F0A6D2}" type="presParOf" srcId="{6DA2A44E-7305-4854-B540-74E561D5AAB2}" destId="{0A913707-272C-40ED-88CD-F47B44BD2E81}" srcOrd="2" destOrd="0" presId="urn:microsoft.com/office/officeart/2005/8/layout/vList2"/>
    <dgm:cxn modelId="{D2AD4234-2CB2-42C3-9A48-3483AC685F83}" type="presParOf" srcId="{6DA2A44E-7305-4854-B540-74E561D5AAB2}" destId="{5F9B18D5-9327-4747-AD8A-A38585A4665C}" srcOrd="3" destOrd="0" presId="urn:microsoft.com/office/officeart/2005/8/layout/vList2"/>
    <dgm:cxn modelId="{2BC88127-2BE1-4040-8309-EE82B6D2F81A}" type="presParOf" srcId="{6DA2A44E-7305-4854-B540-74E561D5AAB2}" destId="{290AD12E-40B8-4C87-B591-077122BE2D93}" srcOrd="4" destOrd="0" presId="urn:microsoft.com/office/officeart/2005/8/layout/vList2"/>
    <dgm:cxn modelId="{08E86C35-6C48-4415-BEFA-0DF2076472A8}" type="presParOf" srcId="{6DA2A44E-7305-4854-B540-74E561D5AAB2}" destId="{4AE5E4A1-2218-46B7-B478-9DB9C435234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51567"/>
          <a:ext cx="7416800" cy="1179360"/>
        </a:xfrm>
        <a:prstGeom prst="round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Multiple panels</a:t>
          </a:r>
          <a:endParaRPr lang="nl-NL" sz="3600" kern="1200" dirty="0"/>
        </a:p>
      </dsp:txBody>
      <dsp:txXfrm>
        <a:off x="0" y="51567"/>
        <a:ext cx="7416800" cy="1179360"/>
      </dsp:txXfrm>
    </dsp:sp>
    <dsp:sp modelId="{1E069E9E-02D7-4275-8D48-1B146BA7921D}">
      <dsp:nvSpPr>
        <dsp:cNvPr id="0" name=""/>
        <dsp:cNvSpPr/>
      </dsp:nvSpPr>
      <dsp:spPr>
        <a:xfrm>
          <a:off x="0" y="1210165"/>
          <a:ext cx="7416800" cy="10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33020" rIns="184912" bIns="3302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>
              <a:solidFill>
                <a:schemeClr val="tx1"/>
              </a:solidFill>
            </a:rPr>
            <a:t>Agency-wide application</a:t>
          </a:r>
          <a:endParaRPr lang="nl-NL" sz="2600" kern="1200" dirty="0">
            <a:solidFill>
              <a:schemeClr val="tx1"/>
            </a:solidFill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>
              <a:solidFill>
                <a:schemeClr val="tx1"/>
              </a:solidFill>
            </a:rPr>
            <a:t>Question bank (</a:t>
          </a:r>
          <a:r>
            <a:rPr lang="en-US" sz="2600" kern="1200" smtClean="0">
              <a:solidFill>
                <a:schemeClr val="tx1"/>
              </a:solidFill>
            </a:rPr>
            <a:t>DDI ResourcePackages</a:t>
          </a:r>
          <a:r>
            <a:rPr lang="en-US" sz="2600" kern="1200" dirty="0" smtClean="0">
              <a:solidFill>
                <a:schemeClr val="tx1"/>
              </a:solidFill>
            </a:rPr>
            <a:t>)</a:t>
          </a:r>
          <a:endParaRPr lang="nl-NL" sz="2600" kern="1200" dirty="0">
            <a:solidFill>
              <a:schemeClr val="tx1"/>
            </a:solidFill>
          </a:endParaRPr>
        </a:p>
      </dsp:txBody>
      <dsp:txXfrm>
        <a:off x="0" y="1210165"/>
        <a:ext cx="7416800" cy="1043280"/>
      </dsp:txXfrm>
    </dsp:sp>
    <dsp:sp modelId="{DEC248A0-8238-4073-B2C7-5D175CFB7B5C}">
      <dsp:nvSpPr>
        <dsp:cNvPr id="0" name=""/>
        <dsp:cNvSpPr/>
      </dsp:nvSpPr>
      <dsp:spPr>
        <a:xfrm>
          <a:off x="0" y="2253445"/>
          <a:ext cx="7416800" cy="117936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lvl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6300" kern="1200" dirty="0"/>
        </a:p>
      </dsp:txBody>
      <dsp:txXfrm>
        <a:off x="0" y="2253445"/>
        <a:ext cx="7416800" cy="1179360"/>
      </dsp:txXfrm>
    </dsp:sp>
    <dsp:sp modelId="{F344F85C-1325-40DD-8076-40A5E6C5231D}">
      <dsp:nvSpPr>
        <dsp:cNvPr id="0" name=""/>
        <dsp:cNvSpPr/>
      </dsp:nvSpPr>
      <dsp:spPr>
        <a:xfrm>
          <a:off x="0" y="3614246"/>
          <a:ext cx="7416800" cy="117936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lvl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6300" kern="1200" dirty="0"/>
        </a:p>
      </dsp:txBody>
      <dsp:txXfrm>
        <a:off x="0" y="3614246"/>
        <a:ext cx="7416800" cy="117936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C0DD456-C579-4745-B3E5-246B81DAA799}">
      <dsp:nvSpPr>
        <dsp:cNvPr id="0" name=""/>
        <dsp:cNvSpPr/>
      </dsp:nvSpPr>
      <dsp:spPr>
        <a:xfrm>
          <a:off x="4597169" y="1952863"/>
          <a:ext cx="2402553" cy="4169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486"/>
              </a:lnTo>
              <a:lnTo>
                <a:pt x="2402553" y="208486"/>
              </a:lnTo>
              <a:lnTo>
                <a:pt x="2402553" y="416972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4D5E1B-B4B3-434E-A42F-F66B1A567BFE}">
      <dsp:nvSpPr>
        <dsp:cNvPr id="0" name=""/>
        <dsp:cNvSpPr/>
      </dsp:nvSpPr>
      <dsp:spPr>
        <a:xfrm>
          <a:off x="4551449" y="1952863"/>
          <a:ext cx="91440" cy="4169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6972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879DAC-D91F-4A60-98AE-637282D97576}">
      <dsp:nvSpPr>
        <dsp:cNvPr id="0" name=""/>
        <dsp:cNvSpPr/>
      </dsp:nvSpPr>
      <dsp:spPr>
        <a:xfrm>
          <a:off x="2194616" y="3362626"/>
          <a:ext cx="1201276" cy="4169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486"/>
              </a:lnTo>
              <a:lnTo>
                <a:pt x="1201276" y="208486"/>
              </a:lnTo>
              <a:lnTo>
                <a:pt x="1201276" y="416972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92682-263E-43EF-862F-71F03DFF6D2D}">
      <dsp:nvSpPr>
        <dsp:cNvPr id="0" name=""/>
        <dsp:cNvSpPr/>
      </dsp:nvSpPr>
      <dsp:spPr>
        <a:xfrm>
          <a:off x="993339" y="3362626"/>
          <a:ext cx="1201276" cy="416972"/>
        </a:xfrm>
        <a:custGeom>
          <a:avLst/>
          <a:gdLst/>
          <a:ahLst/>
          <a:cxnLst/>
          <a:rect l="0" t="0" r="0" b="0"/>
          <a:pathLst>
            <a:path>
              <a:moveTo>
                <a:pt x="1201276" y="0"/>
              </a:moveTo>
              <a:lnTo>
                <a:pt x="1201276" y="208486"/>
              </a:lnTo>
              <a:lnTo>
                <a:pt x="0" y="208486"/>
              </a:lnTo>
              <a:lnTo>
                <a:pt x="0" y="416972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442754-E7C3-4649-8581-FA8A9CB115AB}">
      <dsp:nvSpPr>
        <dsp:cNvPr id="0" name=""/>
        <dsp:cNvSpPr/>
      </dsp:nvSpPr>
      <dsp:spPr>
        <a:xfrm>
          <a:off x="2194616" y="1952863"/>
          <a:ext cx="2402553" cy="416972"/>
        </a:xfrm>
        <a:custGeom>
          <a:avLst/>
          <a:gdLst/>
          <a:ahLst/>
          <a:cxnLst/>
          <a:rect l="0" t="0" r="0" b="0"/>
          <a:pathLst>
            <a:path>
              <a:moveTo>
                <a:pt x="2402553" y="0"/>
              </a:moveTo>
              <a:lnTo>
                <a:pt x="2402553" y="208486"/>
              </a:lnTo>
              <a:lnTo>
                <a:pt x="0" y="208486"/>
              </a:lnTo>
              <a:lnTo>
                <a:pt x="0" y="416972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6635E5-0E4D-40EC-8725-3AF6F70E6683}">
      <dsp:nvSpPr>
        <dsp:cNvPr id="0" name=""/>
        <dsp:cNvSpPr/>
      </dsp:nvSpPr>
      <dsp:spPr>
        <a:xfrm>
          <a:off x="3604378" y="960073"/>
          <a:ext cx="1985581" cy="992790"/>
        </a:xfrm>
        <a:prstGeom prst="rect">
          <a:avLst/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1" i="0" u="none" strike="noStrike" kern="1200" cap="none" normalizeH="0" baseline="0" smtClean="0">
              <a:ln/>
              <a:effectLst/>
              <a:latin typeface="Arial" charset="0"/>
            </a:rPr>
            <a:t>LISS panel</a:t>
          </a:r>
          <a:endParaRPr kumimoji="0" lang="nl-NL" sz="1900" b="1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3604378" y="960073"/>
        <a:ext cx="1985581" cy="992790"/>
      </dsp:txXfrm>
    </dsp:sp>
    <dsp:sp modelId="{A41B878D-0DEB-47FC-B268-361CA5CCD86D}">
      <dsp:nvSpPr>
        <dsp:cNvPr id="0" name=""/>
        <dsp:cNvSpPr/>
      </dsp:nvSpPr>
      <dsp:spPr>
        <a:xfrm>
          <a:off x="1201825" y="2369835"/>
          <a:ext cx="1985581" cy="992790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1" i="0" u="none" strike="noStrike" kern="1200" cap="none" normalizeH="0" baseline="0" smtClean="0">
              <a:ln/>
              <a:effectLst/>
              <a:latin typeface="Arial" charset="0"/>
            </a:rPr>
            <a:t>Core Questionnaire: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0" i="0" u="none" strike="noStrike" kern="1200" cap="none" normalizeH="0" baseline="0" smtClean="0">
              <a:ln/>
              <a:effectLst/>
              <a:latin typeface="Arial" charset="0"/>
            </a:rPr>
            <a:t>Work &amp; Schooling</a:t>
          </a:r>
          <a:endParaRPr kumimoji="0" lang="nl-NL" sz="1900" b="0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1201825" y="2369835"/>
        <a:ext cx="1985581" cy="992790"/>
      </dsp:txXfrm>
    </dsp:sp>
    <dsp:sp modelId="{C70A9287-3281-4ED0-9B64-12E3BD83CFD9}">
      <dsp:nvSpPr>
        <dsp:cNvPr id="0" name=""/>
        <dsp:cNvSpPr/>
      </dsp:nvSpPr>
      <dsp:spPr>
        <a:xfrm>
          <a:off x="548" y="3779598"/>
          <a:ext cx="1985581" cy="992790"/>
        </a:xfrm>
        <a:prstGeom prst="rect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1" i="0" u="none" strike="noStrike" kern="1200" cap="none" normalizeH="0" baseline="0" smtClean="0">
              <a:ln/>
              <a:effectLst/>
              <a:latin typeface="Arial" charset="0"/>
            </a:rPr>
            <a:t>Wave 1</a:t>
          </a:r>
          <a:endParaRPr kumimoji="0" lang="nl-NL" sz="1900" b="1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548" y="3779598"/>
        <a:ext cx="1985581" cy="992790"/>
      </dsp:txXfrm>
    </dsp:sp>
    <dsp:sp modelId="{6071BA24-08CC-4429-9D56-DC6B95EC1F1C}">
      <dsp:nvSpPr>
        <dsp:cNvPr id="0" name=""/>
        <dsp:cNvSpPr/>
      </dsp:nvSpPr>
      <dsp:spPr>
        <a:xfrm>
          <a:off x="2403102" y="3779598"/>
          <a:ext cx="1985581" cy="992790"/>
        </a:xfrm>
        <a:prstGeom prst="rect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1" i="0" u="none" strike="noStrike" kern="1200" cap="none" normalizeH="0" baseline="0" smtClean="0">
              <a:ln/>
              <a:effectLst/>
              <a:latin typeface="Arial" charset="0"/>
            </a:rPr>
            <a:t>Wave 2</a:t>
          </a:r>
          <a:endParaRPr kumimoji="0" lang="nl-NL" sz="1900" b="1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2403102" y="3779598"/>
        <a:ext cx="1985581" cy="992790"/>
      </dsp:txXfrm>
    </dsp:sp>
    <dsp:sp modelId="{91B10345-29AF-4AA6-B394-79D6926C097F}">
      <dsp:nvSpPr>
        <dsp:cNvPr id="0" name=""/>
        <dsp:cNvSpPr/>
      </dsp:nvSpPr>
      <dsp:spPr>
        <a:xfrm>
          <a:off x="3604378" y="2369835"/>
          <a:ext cx="1985581" cy="992790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1" i="0" u="none" strike="noStrike" kern="1200" cap="none" normalizeH="0" baseline="0" smtClean="0">
              <a:ln/>
              <a:effectLst/>
              <a:latin typeface="Arial" charset="0"/>
            </a:rPr>
            <a:t>Single Wave Study: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0" i="0" u="none" strike="noStrike" kern="1200" cap="none" normalizeH="0" baseline="0" smtClean="0">
              <a:ln/>
              <a:effectLst/>
              <a:latin typeface="Arial" charset="0"/>
            </a:rPr>
            <a:t>Higher Order Risk</a:t>
          </a:r>
          <a:endParaRPr kumimoji="0" lang="nl-NL" sz="1900" b="0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3604378" y="2369835"/>
        <a:ext cx="1985581" cy="992790"/>
      </dsp:txXfrm>
    </dsp:sp>
    <dsp:sp modelId="{0DA441CA-94F2-478E-91A9-0293023186A7}">
      <dsp:nvSpPr>
        <dsp:cNvPr id="0" name=""/>
        <dsp:cNvSpPr/>
      </dsp:nvSpPr>
      <dsp:spPr>
        <a:xfrm>
          <a:off x="6006931" y="2369835"/>
          <a:ext cx="1985581" cy="992790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1" i="0" u="none" strike="noStrike" kern="1200" cap="none" normalizeH="0" baseline="0" smtClean="0">
              <a:ln/>
              <a:effectLst/>
              <a:latin typeface="Arial" charset="0"/>
            </a:rPr>
            <a:t>Single Wave Study: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900" b="0" i="0" u="none" strike="noStrike" kern="1200" cap="none" normalizeH="0" baseline="0" smtClean="0">
              <a:ln/>
              <a:effectLst/>
              <a:latin typeface="Arial" charset="0"/>
            </a:rPr>
            <a:t>…</a:t>
          </a:r>
          <a:endParaRPr kumimoji="0" lang="nl-NL" sz="1900" b="0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6006931" y="2369835"/>
        <a:ext cx="1985581" cy="99279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F404BFA-9DC4-4443-A8B5-CDDA51C746B4}">
      <dsp:nvSpPr>
        <dsp:cNvPr id="0" name=""/>
        <dsp:cNvSpPr/>
      </dsp:nvSpPr>
      <dsp:spPr>
        <a:xfrm>
          <a:off x="6083269" y="3297375"/>
          <a:ext cx="1043369" cy="362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080"/>
              </a:lnTo>
              <a:lnTo>
                <a:pt x="1043369" y="181080"/>
              </a:lnTo>
              <a:lnTo>
                <a:pt x="1043369" y="36216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F4029-227D-47CC-8078-6A60FA00BD73}">
      <dsp:nvSpPr>
        <dsp:cNvPr id="0" name=""/>
        <dsp:cNvSpPr/>
      </dsp:nvSpPr>
      <dsp:spPr>
        <a:xfrm>
          <a:off x="5039900" y="3297375"/>
          <a:ext cx="1043369" cy="362161"/>
        </a:xfrm>
        <a:custGeom>
          <a:avLst/>
          <a:gdLst/>
          <a:ahLst/>
          <a:cxnLst/>
          <a:rect l="0" t="0" r="0" b="0"/>
          <a:pathLst>
            <a:path>
              <a:moveTo>
                <a:pt x="1043369" y="0"/>
              </a:moveTo>
              <a:lnTo>
                <a:pt x="1043369" y="181080"/>
              </a:lnTo>
              <a:lnTo>
                <a:pt x="0" y="181080"/>
              </a:lnTo>
              <a:lnTo>
                <a:pt x="0" y="36216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5AB9A-0513-414E-9DB5-AD83795CDDE5}">
      <dsp:nvSpPr>
        <dsp:cNvPr id="0" name=""/>
        <dsp:cNvSpPr/>
      </dsp:nvSpPr>
      <dsp:spPr>
        <a:xfrm>
          <a:off x="3996531" y="2072925"/>
          <a:ext cx="2086738" cy="362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080"/>
              </a:lnTo>
              <a:lnTo>
                <a:pt x="2086738" y="181080"/>
              </a:lnTo>
              <a:lnTo>
                <a:pt x="2086738" y="362161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7B068A-C625-45D3-B89A-899CCC908224}">
      <dsp:nvSpPr>
        <dsp:cNvPr id="0" name=""/>
        <dsp:cNvSpPr/>
      </dsp:nvSpPr>
      <dsp:spPr>
        <a:xfrm>
          <a:off x="1909792" y="3297375"/>
          <a:ext cx="1043369" cy="362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080"/>
              </a:lnTo>
              <a:lnTo>
                <a:pt x="1043369" y="181080"/>
              </a:lnTo>
              <a:lnTo>
                <a:pt x="1043369" y="36216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AB59F-54A8-4BB1-9485-A42B91515433}">
      <dsp:nvSpPr>
        <dsp:cNvPr id="0" name=""/>
        <dsp:cNvSpPr/>
      </dsp:nvSpPr>
      <dsp:spPr>
        <a:xfrm>
          <a:off x="866423" y="3297375"/>
          <a:ext cx="1043369" cy="362161"/>
        </a:xfrm>
        <a:custGeom>
          <a:avLst/>
          <a:gdLst/>
          <a:ahLst/>
          <a:cxnLst/>
          <a:rect l="0" t="0" r="0" b="0"/>
          <a:pathLst>
            <a:path>
              <a:moveTo>
                <a:pt x="1043369" y="0"/>
              </a:moveTo>
              <a:lnTo>
                <a:pt x="1043369" y="181080"/>
              </a:lnTo>
              <a:lnTo>
                <a:pt x="0" y="181080"/>
              </a:lnTo>
              <a:lnTo>
                <a:pt x="0" y="36216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6E8CC4-189E-4779-9F18-51080386C046}">
      <dsp:nvSpPr>
        <dsp:cNvPr id="0" name=""/>
        <dsp:cNvSpPr/>
      </dsp:nvSpPr>
      <dsp:spPr>
        <a:xfrm>
          <a:off x="1909792" y="2072925"/>
          <a:ext cx="2086738" cy="362161"/>
        </a:xfrm>
        <a:custGeom>
          <a:avLst/>
          <a:gdLst/>
          <a:ahLst/>
          <a:cxnLst/>
          <a:rect l="0" t="0" r="0" b="0"/>
          <a:pathLst>
            <a:path>
              <a:moveTo>
                <a:pt x="2086738" y="0"/>
              </a:moveTo>
              <a:lnTo>
                <a:pt x="2086738" y="181080"/>
              </a:lnTo>
              <a:lnTo>
                <a:pt x="0" y="181080"/>
              </a:lnTo>
              <a:lnTo>
                <a:pt x="0" y="362161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F05F84-7A56-44B5-A62B-E0EE8D0E593B}">
      <dsp:nvSpPr>
        <dsp:cNvPr id="0" name=""/>
        <dsp:cNvSpPr/>
      </dsp:nvSpPr>
      <dsp:spPr>
        <a:xfrm>
          <a:off x="3134242" y="1210636"/>
          <a:ext cx="1724577" cy="862288"/>
        </a:xfrm>
        <a:prstGeom prst="rect">
          <a:avLst/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Agency</a:t>
          </a:r>
          <a:endParaRPr kumimoji="0" lang="nl-NL" sz="1100" b="1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3134242" y="1210636"/>
        <a:ext cx="1724577" cy="862288"/>
      </dsp:txXfrm>
    </dsp:sp>
    <dsp:sp modelId="{555CA993-1A13-4094-92AB-615BFCFE1BC2}">
      <dsp:nvSpPr>
        <dsp:cNvPr id="0" name=""/>
        <dsp:cNvSpPr/>
      </dsp:nvSpPr>
      <dsp:spPr>
        <a:xfrm>
          <a:off x="1047503" y="2435086"/>
          <a:ext cx="1724577" cy="862288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0" i="0" u="none" strike="noStrike" kern="1200" cap="none" normalizeH="0" baseline="0" smtClean="0">
              <a:ln/>
              <a:effectLst/>
              <a:latin typeface="Arial" charset="0"/>
            </a:rPr>
            <a:t>LISS panel</a:t>
          </a:r>
          <a:endParaRPr kumimoji="0" lang="nl-NL" sz="1100" b="0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1047503" y="2435086"/>
        <a:ext cx="1724577" cy="862288"/>
      </dsp:txXfrm>
    </dsp:sp>
    <dsp:sp modelId="{090E2623-BB5D-47F5-BD77-5B31E8F890F4}">
      <dsp:nvSpPr>
        <dsp:cNvPr id="0" name=""/>
        <dsp:cNvSpPr/>
      </dsp:nvSpPr>
      <dsp:spPr>
        <a:xfrm>
          <a:off x="4134" y="3659536"/>
          <a:ext cx="1724577" cy="862288"/>
        </a:xfrm>
        <a:prstGeom prst="rect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Core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Questionnaire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A</a:t>
          </a:r>
          <a:endParaRPr kumimoji="0" lang="nl-NL" sz="1100" b="0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4134" y="3659536"/>
        <a:ext cx="1724577" cy="862288"/>
      </dsp:txXfrm>
    </dsp:sp>
    <dsp:sp modelId="{3F98BE1B-63DF-46F0-9999-DF0B217614E8}">
      <dsp:nvSpPr>
        <dsp:cNvPr id="0" name=""/>
        <dsp:cNvSpPr/>
      </dsp:nvSpPr>
      <dsp:spPr>
        <a:xfrm>
          <a:off x="2090873" y="3659536"/>
          <a:ext cx="1724577" cy="862288"/>
        </a:xfrm>
        <a:prstGeom prst="rect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Single Wave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Study A</a:t>
          </a:r>
          <a:endParaRPr kumimoji="0" lang="nl-NL" sz="1100" b="1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2090873" y="3659536"/>
        <a:ext cx="1724577" cy="862288"/>
      </dsp:txXfrm>
    </dsp:sp>
    <dsp:sp modelId="{C97FBAC0-FB20-47FE-BB6E-0FB9CE1C2506}">
      <dsp:nvSpPr>
        <dsp:cNvPr id="0" name=""/>
        <dsp:cNvSpPr/>
      </dsp:nvSpPr>
      <dsp:spPr>
        <a:xfrm>
          <a:off x="5220980" y="2435086"/>
          <a:ext cx="1724577" cy="862288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0" i="0" u="none" strike="noStrike" kern="1200" cap="none" normalizeH="0" baseline="0" smtClean="0">
              <a:ln/>
              <a:effectLst/>
              <a:latin typeface="Arial" charset="0"/>
            </a:rPr>
            <a:t>Immigrant panel</a:t>
          </a:r>
          <a:endParaRPr kumimoji="0" lang="nl-NL" sz="1100" b="0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5220980" y="2435086"/>
        <a:ext cx="1724577" cy="862288"/>
      </dsp:txXfrm>
    </dsp:sp>
    <dsp:sp modelId="{9E20A613-123F-4DE0-B67E-1879642795C8}">
      <dsp:nvSpPr>
        <dsp:cNvPr id="0" name=""/>
        <dsp:cNvSpPr/>
      </dsp:nvSpPr>
      <dsp:spPr>
        <a:xfrm>
          <a:off x="4177611" y="3659536"/>
          <a:ext cx="1724577" cy="862288"/>
        </a:xfrm>
        <a:prstGeom prst="rect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sz="1100" b="1" i="0" u="none" strike="noStrike" kern="1200" cap="none" normalizeH="0" baseline="0" smtClean="0">
            <a:ln/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Core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Questionnaire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A</a:t>
          </a:r>
          <a:endParaRPr kumimoji="0" lang="nl-NL" sz="1100" b="0" i="0" u="none" strike="noStrike" kern="1200" cap="none" normalizeH="0" baseline="0" smtClean="0">
            <a:ln/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nl-NL" sz="1100" b="1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4177611" y="3659536"/>
        <a:ext cx="1724577" cy="862288"/>
      </dsp:txXfrm>
    </dsp:sp>
    <dsp:sp modelId="{5813C1A5-6391-4317-9677-2523CD8B50FE}">
      <dsp:nvSpPr>
        <dsp:cNvPr id="0" name=""/>
        <dsp:cNvSpPr/>
      </dsp:nvSpPr>
      <dsp:spPr>
        <a:xfrm>
          <a:off x="6264350" y="3659536"/>
          <a:ext cx="1724577" cy="862288"/>
        </a:xfrm>
        <a:prstGeom prst="rect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Single Wave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100" b="1" i="0" u="none" strike="noStrike" kern="1200" cap="none" normalizeH="0" baseline="0" smtClean="0">
              <a:ln/>
              <a:effectLst/>
              <a:latin typeface="Arial" charset="0"/>
            </a:rPr>
            <a:t>Study A</a:t>
          </a:r>
          <a:endParaRPr kumimoji="0" lang="nl-NL" sz="1100" b="1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6264350" y="3659536"/>
        <a:ext cx="1724577" cy="862288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176137"/>
          <a:ext cx="7416800" cy="86112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Multiple panels</a:t>
          </a:r>
          <a:endParaRPr lang="nl-NL" sz="3600" kern="1200" dirty="0"/>
        </a:p>
      </dsp:txBody>
      <dsp:txXfrm>
        <a:off x="0" y="176137"/>
        <a:ext cx="7416800" cy="861120"/>
      </dsp:txXfrm>
    </dsp:sp>
    <dsp:sp modelId="{61372987-3684-410C-A5B5-AB1257EF57D5}">
      <dsp:nvSpPr>
        <dsp:cNvPr id="0" name=""/>
        <dsp:cNvSpPr/>
      </dsp:nvSpPr>
      <dsp:spPr>
        <a:xfrm>
          <a:off x="0" y="1167100"/>
          <a:ext cx="7416800" cy="861120"/>
        </a:xfrm>
        <a:prstGeom prst="round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Themes</a:t>
          </a:r>
          <a:endParaRPr lang="nl-NL" sz="3600" kern="1200" dirty="0"/>
        </a:p>
      </dsp:txBody>
      <dsp:txXfrm>
        <a:off x="0" y="1167100"/>
        <a:ext cx="7416800" cy="861120"/>
      </dsp:txXfrm>
    </dsp:sp>
    <dsp:sp modelId="{3603E892-E132-4366-8D0C-8C88923712A4}">
      <dsp:nvSpPr>
        <dsp:cNvPr id="0" name=""/>
        <dsp:cNvSpPr/>
      </dsp:nvSpPr>
      <dsp:spPr>
        <a:xfrm>
          <a:off x="0" y="2028220"/>
          <a:ext cx="7416800" cy="1761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58420" rIns="327152" bIns="584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600" kern="1200" dirty="0" smtClean="0"/>
            <a:t>Change site layout and style</a:t>
          </a:r>
          <a:endParaRPr lang="nl-NL" sz="3600" kern="1200" dirty="0">
            <a:solidFill>
              <a:schemeClr val="tx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600" kern="1200" dirty="0" smtClean="0"/>
            <a:t>Override views and/or elements</a:t>
          </a:r>
          <a:endParaRPr lang="nl-NL" sz="3600" kern="1200" dirty="0"/>
        </a:p>
      </dsp:txBody>
      <dsp:txXfrm>
        <a:off x="0" y="2028220"/>
        <a:ext cx="7416800" cy="1761570"/>
      </dsp:txXfrm>
    </dsp:sp>
    <dsp:sp modelId="{AAA4B5FF-10D2-43F5-A2F8-10D2A8924372}">
      <dsp:nvSpPr>
        <dsp:cNvPr id="0" name=""/>
        <dsp:cNvSpPr/>
      </dsp:nvSpPr>
      <dsp:spPr>
        <a:xfrm>
          <a:off x="0" y="3789791"/>
          <a:ext cx="7416800" cy="86112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4600" kern="1200" dirty="0"/>
        </a:p>
      </dsp:txBody>
      <dsp:txXfrm>
        <a:off x="0" y="3789791"/>
        <a:ext cx="7416800" cy="86112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112705"/>
          <a:ext cx="7416800" cy="95940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Multiple panels</a:t>
          </a:r>
          <a:endParaRPr lang="nl-NL" sz="4000" kern="1200" dirty="0"/>
        </a:p>
      </dsp:txBody>
      <dsp:txXfrm>
        <a:off x="0" y="112705"/>
        <a:ext cx="7416800" cy="959400"/>
      </dsp:txXfrm>
    </dsp:sp>
    <dsp:sp modelId="{0A913707-272C-40ED-88CD-F47B44BD2E81}">
      <dsp:nvSpPr>
        <dsp:cNvPr id="0" name=""/>
        <dsp:cNvSpPr/>
      </dsp:nvSpPr>
      <dsp:spPr>
        <a:xfrm>
          <a:off x="0" y="1187305"/>
          <a:ext cx="7416800" cy="95940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Themes</a:t>
          </a:r>
          <a:endParaRPr lang="nl-NL" sz="4000" kern="1200" dirty="0"/>
        </a:p>
      </dsp:txBody>
      <dsp:txXfrm>
        <a:off x="0" y="1187305"/>
        <a:ext cx="7416800" cy="959400"/>
      </dsp:txXfrm>
    </dsp:sp>
    <dsp:sp modelId="{290AD12E-40B8-4C87-B591-077122BE2D93}">
      <dsp:nvSpPr>
        <dsp:cNvPr id="0" name=""/>
        <dsp:cNvSpPr/>
      </dsp:nvSpPr>
      <dsp:spPr>
        <a:xfrm>
          <a:off x="0" y="2261906"/>
          <a:ext cx="7416800" cy="959400"/>
        </a:xfrm>
        <a:prstGeom prst="round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Search engine optimization</a:t>
          </a:r>
          <a:endParaRPr lang="nl-NL" sz="4000" kern="1200" dirty="0"/>
        </a:p>
      </dsp:txBody>
      <dsp:txXfrm>
        <a:off x="0" y="2261906"/>
        <a:ext cx="7416800" cy="959400"/>
      </dsp:txXfrm>
    </dsp:sp>
    <dsp:sp modelId="{4AE5E4A1-2218-46B7-B478-9DB9C4352348}">
      <dsp:nvSpPr>
        <dsp:cNvPr id="0" name=""/>
        <dsp:cNvSpPr/>
      </dsp:nvSpPr>
      <dsp:spPr>
        <a:xfrm>
          <a:off x="0" y="3221306"/>
          <a:ext cx="7416800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100" kern="1200" dirty="0" smtClean="0"/>
            <a:t>Increased </a:t>
          </a:r>
          <a:r>
            <a:rPr lang="en-US" sz="3100" kern="1200" dirty="0" err="1" smtClean="0"/>
            <a:t>PageRank</a:t>
          </a:r>
          <a:endParaRPr lang="en-US" sz="3100" kern="1200" dirty="0" smtClean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100" kern="1200" dirty="0" smtClean="0"/>
            <a:t>Doubled traffic from search engines</a:t>
          </a:r>
        </a:p>
      </dsp:txBody>
      <dsp:txXfrm>
        <a:off x="0" y="3221306"/>
        <a:ext cx="7416800" cy="1490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264EE912-9412-4EC2-997C-E57BAA29C9E4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73010A37-89C8-4D22-8677-91CE5DD528AB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411C2FDD-2B6A-4EFA-9E4A-88E41C2D2849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 smtClean="0"/>
              <a:t>Klik om de opmaakprofielen van de modeltekst te bewerken</a:t>
            </a:r>
          </a:p>
          <a:p>
            <a:pPr lvl="1"/>
            <a:r>
              <a:rPr lang="nl-NL" noProof="0" smtClean="0"/>
              <a:t>Tweede niveau</a:t>
            </a:r>
          </a:p>
          <a:p>
            <a:pPr lvl="2"/>
            <a:r>
              <a:rPr lang="nl-NL" noProof="0" smtClean="0"/>
              <a:t>Derde niveau</a:t>
            </a:r>
          </a:p>
          <a:p>
            <a:pPr lvl="3"/>
            <a:r>
              <a:rPr lang="nl-NL" noProof="0" smtClean="0"/>
              <a:t>Vierde niveau</a:t>
            </a:r>
          </a:p>
          <a:p>
            <a:pPr lvl="4"/>
            <a:r>
              <a:rPr lang="nl-NL" noProof="0" smtClean="0"/>
              <a:t>Vijfde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8EBCF211-CF4E-4925-90C4-4D386D837B55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4FADF7F6-06D4-4B12-B90D-A6C27081DC3E}" type="datetime1">
              <a:rPr lang="nl-NL"/>
              <a:pPr/>
              <a:t>2-12-2011</a:t>
            </a:fld>
            <a:endParaRPr lang="nl-NL"/>
          </a:p>
        </p:txBody>
      </p:sp>
      <p:sp>
        <p:nvSpPr>
          <p:cNvPr id="512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899E0F-DF72-4FBE-88C9-6F1260DD91F5}" type="slidenum">
              <a:rPr lang="nl-NL"/>
              <a:pPr/>
              <a:t>1</a:t>
            </a:fld>
            <a:endParaRPr lang="nl-NL"/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8FE042F2-D969-44D8-B6AE-EE8490FF6616}" type="datetime1">
              <a:rPr lang="nl-NL"/>
              <a:pPr/>
              <a:t>2-12-2011</a:t>
            </a:fld>
            <a:endParaRPr lang="nl-NL"/>
          </a:p>
        </p:txBody>
      </p:sp>
      <p:sp>
        <p:nvSpPr>
          <p:cNvPr id="532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ACBD8F-C4FA-48D6-9483-C66A4A4ED6AB}" type="slidenum">
              <a:rPr lang="nl-NL"/>
              <a:pPr/>
              <a:t>3</a:t>
            </a:fld>
            <a:endParaRPr lang="nl-NL"/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8A503497-893F-492B-9D6D-6E00885958C4}" type="datetime1">
              <a:rPr lang="nl-NL"/>
              <a:pPr/>
              <a:t>2-12-2011</a:t>
            </a:fld>
            <a:endParaRPr lang="nl-NL"/>
          </a:p>
        </p:txBody>
      </p:sp>
      <p:sp>
        <p:nvSpPr>
          <p:cNvPr id="542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2F2329-F3B9-442F-B62F-566D1C6D02DB}" type="slidenum">
              <a:rPr lang="nl-NL"/>
              <a:pPr/>
              <a:t>4</a:t>
            </a:fld>
            <a:endParaRPr lang="nl-NL"/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Representative for the Dutch population: age, sexe </a:t>
            </a:r>
          </a:p>
          <a:p>
            <a:pPr eaLnBrk="1" hangingPunct="1"/>
            <a:r>
              <a:rPr lang="en-US" smtClean="0"/>
              <a:t>At no cost for the researchers that do a proposal for a study/questionnaire.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8E66811-AB22-4358-91DB-2BC65610A80B}" type="datetime1">
              <a:rPr lang="nl-NL"/>
              <a:pPr/>
              <a:t>2-12-2011</a:t>
            </a:fld>
            <a:endParaRPr lang="nl-NL"/>
          </a:p>
        </p:txBody>
      </p:sp>
      <p:sp>
        <p:nvSpPr>
          <p:cNvPr id="624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017171-28C4-4F64-87D5-EF9770D7FC08}" type="slidenum">
              <a:rPr lang="nl-NL"/>
              <a:pPr/>
              <a:t>5</a:t>
            </a:fld>
            <a:endParaRPr lang="nl-NL"/>
          </a:p>
        </p:txBody>
      </p:sp>
      <p:sp>
        <p:nvSpPr>
          <p:cNvPr id="6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/>
              <a:t>Questasy</a:t>
            </a:r>
            <a:r>
              <a:rPr lang="en-US" baseline="0" dirty="0" smtClean="0"/>
              <a:t> is a web application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Manages the metadata and data files, primarily for longitudinal panels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admin interface went live in January 2009, and that’s when metadata entry started.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researcher interface went live 2 months later for researchers to access the data/metadata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8</a:t>
            </a:fld>
            <a:endParaRPr lang="nl-N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started a new Immigrant panel, of 2400 individuals of non-</a:t>
            </a:r>
            <a:r>
              <a:rPr lang="en-US" dirty="0" err="1" smtClean="0"/>
              <a:t>dutch</a:t>
            </a:r>
            <a:r>
              <a:rPr lang="en-US" dirty="0" smtClean="0"/>
              <a:t> descent.</a:t>
            </a:r>
          </a:p>
          <a:p>
            <a:endParaRPr lang="nl-NL" dirty="0" smtClean="0"/>
          </a:p>
          <a:p>
            <a:r>
              <a:rPr lang="en-US" dirty="0" smtClean="0"/>
              <a:t>Many questions are shared between the panels, and</a:t>
            </a:r>
            <a:r>
              <a:rPr lang="en-US" baseline="0" dirty="0" smtClean="0"/>
              <a:t> we want this information readily available to researchers for comparative analysis.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10</a:t>
            </a:fld>
            <a:endParaRPr lang="nl-N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I’ll show an example theme</a:t>
            </a:r>
            <a:r>
              <a:rPr lang="en-US" baseline="0" dirty="0" smtClean="0"/>
              <a:t> later in the presentation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13</a:t>
            </a:fld>
            <a:endParaRPr lang="nl-N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Traffic</a:t>
            </a:r>
            <a:r>
              <a:rPr lang="en-US" baseline="0" dirty="0" smtClean="0"/>
              <a:t> from search engines went from about 15% to 22% of our traffic sources.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14</a:t>
            </a:fld>
            <a:endParaRPr lang="nl-N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15</a:t>
            </a:fld>
            <a:endParaRPr lang="nl-N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1B6D37D3-D8F2-4E47-ADEF-7AF40A5A6A89}" type="datetime1">
              <a:rPr lang="nl-NL"/>
              <a:pPr/>
              <a:t>2-12-2011</a:t>
            </a:fld>
            <a:endParaRPr lang="nl-NL"/>
          </a:p>
        </p:txBody>
      </p:sp>
      <p:sp>
        <p:nvSpPr>
          <p:cNvPr id="7270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1679EB-BB26-447C-9FDC-2865C4D19833}" type="slidenum">
              <a:rPr lang="nl-NL"/>
              <a:pPr/>
              <a:t>18</a:t>
            </a:fld>
            <a:endParaRPr lang="nl-NL"/>
          </a:p>
        </p:txBody>
      </p:sp>
      <p:sp>
        <p:nvSpPr>
          <p:cNvPr id="72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76375" y="2060575"/>
            <a:ext cx="7272338" cy="2232025"/>
          </a:xfrm>
        </p:spPr>
        <p:txBody>
          <a:bodyPr/>
          <a:lstStyle>
            <a:lvl1pPr>
              <a:defRPr sz="5400">
                <a:solidFill>
                  <a:srgbClr val="31686F"/>
                </a:solidFill>
              </a:defRPr>
            </a:lvl1pPr>
          </a:lstStyle>
          <a:p>
            <a:r>
              <a:rPr lang="nl-NL"/>
              <a:t>Klik om het opmaakprofiel te bewerken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FEBA38-564D-46EB-BB34-28A44E50CD2C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089411-F28A-44F1-95CF-959C2E926898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CEF24-C996-45F0-9E91-D2B72A506C3A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BA545-A9C3-4408-8708-3EBEF9824486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5548E-A173-4F4E-ADAD-7D35DAB09B01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CBE19-B5FE-4D31-BA81-55347636CF50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268413"/>
            <a:ext cx="3522663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438" y="1268413"/>
            <a:ext cx="352425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D98B9-EE4B-4118-A47E-2A7E2E564976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332B67-D2FC-4C8C-96B6-B917EC91C8B9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04B6B-FFEE-4FEF-B3D2-007499C51B2E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84BC9-765D-4340-99F2-632615406F4E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24DF1-4AC9-4EDF-89DA-D39FBDA8F209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69D87-E557-4902-954C-A8A119D4D31D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9F0F7B-3675-461B-A16C-D1D6ED421018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8AF34-52BD-43C5-897B-61566535AB0D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82268-87E6-4D02-92E0-E56EB5414CB3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3BBDD-9C3B-45D1-A524-A8A73981C414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E57B3-DB59-413E-B4A2-562ACA9A751C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AF9A5-0864-44B6-A897-C8ABE9835072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2D119-FFE2-4C88-BB72-89B95855EA6A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7D25E-7269-4B6A-BE1E-05D07901E9D2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30213"/>
            <a:ext cx="1798638" cy="59515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248275" cy="5951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589F6-FF6E-4A50-976F-CBD1C622864A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53DC5-A507-453A-9AA2-A84CB43E81DB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199313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476375" y="1268413"/>
            <a:ext cx="7199313" cy="5113337"/>
          </a:xfr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E7BE0-FDF6-41EC-879B-494356E29885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E0CED-2A3E-44B7-AEBB-3147BFE9E1D1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199313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76375" y="1268413"/>
            <a:ext cx="3522663" cy="5113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438" y="1268413"/>
            <a:ext cx="3524250" cy="5113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D75FD-3826-4563-95EF-36F3B4D4DA21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A0B84-4135-4751-9FE5-C46FEA7B0156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199313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268413"/>
            <a:ext cx="7199313" cy="5113337"/>
          </a:xfrm>
        </p:spPr>
        <p:txBody>
          <a:bodyPr/>
          <a:lstStyle/>
          <a:p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950" y="6381750"/>
            <a:ext cx="935038" cy="3397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BA5AD-8F70-462D-BAF4-FC9A9B95D907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07950" y="6049963"/>
            <a:ext cx="935038" cy="3317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5EA440-8866-422B-8E4C-AF1B656202C1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199313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Titel Garamond corps48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268413"/>
            <a:ext cx="7199313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Bodytekst Verdana corps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9350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smtClean="0">
                <a:latin typeface="+mn-lt"/>
              </a:defRPr>
            </a:lvl1pPr>
          </a:lstStyle>
          <a:p>
            <a:pPr>
              <a:defRPr/>
            </a:pPr>
            <a:fld id="{A68B1F3A-F61B-4084-8211-0F020B8B0AF5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93503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D454750-3619-4B9A-815D-96718714483D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99" r:id="rId14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1" descr="achter_pag_e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ssdata.nl/dataarchiv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107950" y="6381750"/>
            <a:ext cx="1079500" cy="339725"/>
          </a:xfrm>
        </p:spPr>
        <p:txBody>
          <a:bodyPr/>
          <a:lstStyle/>
          <a:p>
            <a:pPr>
              <a:defRPr/>
            </a:pPr>
            <a:fld id="{5692F581-B62B-4B3B-8CAB-ADB5399240A9}" type="datetime1">
              <a:rPr lang="nl-NL" smtClean="0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F7D25D-D10F-441F-8716-9F1C86BAE58C}" type="slidenum">
              <a:rPr lang="nl-NL"/>
              <a:pPr>
                <a:defRPr/>
              </a:pPr>
              <a:t>1</a:t>
            </a:fld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 txBox="1">
            <a:spLocks noGrp="1"/>
          </p:cNvSpPr>
          <p:nvPr/>
        </p:nvSpPr>
        <p:spPr bwMode="auto">
          <a:xfrm>
            <a:off x="107950" y="6049963"/>
            <a:ext cx="935038" cy="331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5462DE83-CB05-452B-96C3-9D06D6F79C73}" type="slidenum">
              <a:rPr lang="nl-NL" sz="1400" b="0">
                <a:solidFill>
                  <a:schemeClr val="bg1"/>
                </a:solidFill>
                <a:latin typeface="+mn-lt"/>
              </a:rPr>
              <a:pPr>
                <a:defRPr/>
              </a:pPr>
              <a:t>2</a:t>
            </a:fld>
            <a:endParaRPr lang="nl-NL" sz="14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493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Introducing ourselves</a:t>
            </a:r>
            <a:endParaRPr lang="nl-NL" smtClean="0"/>
          </a:p>
        </p:txBody>
      </p:sp>
      <p:sp>
        <p:nvSpPr>
          <p:cNvPr id="124937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CentERdata, Research Institute</a:t>
            </a:r>
          </a:p>
          <a:p>
            <a:r>
              <a:rPr lang="en-US" smtClean="0"/>
              <a:t>Tilburg University, the Netherlands</a:t>
            </a:r>
          </a:p>
          <a:p>
            <a:endParaRPr lang="en-US" smtClean="0"/>
          </a:p>
          <a:p>
            <a:r>
              <a:rPr lang="en-US" b="1" smtClean="0"/>
              <a:t>Survey Research</a:t>
            </a:r>
          </a:p>
          <a:p>
            <a:pPr>
              <a:buFont typeface="Wingdings" pitchFamily="2" charset="2"/>
              <a:buChar char="§"/>
            </a:pPr>
            <a:r>
              <a:rPr lang="en-US" smtClean="0"/>
              <a:t>Maarten Streefkerk</a:t>
            </a:r>
          </a:p>
          <a:p>
            <a:pPr>
              <a:buFont typeface="Wingdings" pitchFamily="2" charset="2"/>
              <a:buChar char="§"/>
            </a:pPr>
            <a:r>
              <a:rPr lang="en-US" smtClean="0"/>
              <a:t>Suzan Elshout</a:t>
            </a:r>
          </a:p>
          <a:p>
            <a:endParaRPr lang="en-US" smtClean="0"/>
          </a:p>
          <a:p>
            <a:r>
              <a:rPr lang="en-US" b="1" smtClean="0"/>
              <a:t>IT</a:t>
            </a:r>
          </a:p>
          <a:p>
            <a:pPr>
              <a:buFont typeface="Wingdings" pitchFamily="2" charset="2"/>
              <a:buChar char="§"/>
            </a:pPr>
            <a:r>
              <a:rPr lang="en-US" smtClean="0"/>
              <a:t>Edwin de Vet</a:t>
            </a:r>
          </a:p>
          <a:p>
            <a:pPr>
              <a:buFont typeface="Wingdings" pitchFamily="2" charset="2"/>
              <a:buChar char="§"/>
            </a:pPr>
            <a:r>
              <a:rPr lang="en-US" smtClean="0"/>
              <a:t>Alerk Amin</a:t>
            </a:r>
            <a:endParaRPr lang="nl-NL" smtClean="0"/>
          </a:p>
        </p:txBody>
      </p:sp>
      <p:sp>
        <p:nvSpPr>
          <p:cNvPr id="2" name="Rectangle 4"/>
          <p:cNvSpPr txBox="1">
            <a:spLocks noGrp="1" noChangeArrowheads="1"/>
          </p:cNvSpPr>
          <p:nvPr/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5692F581-B62B-4B3B-8CAB-ADB5399240A9}" type="datetime1">
              <a:rPr lang="nl-NL" sz="1000" b="0">
                <a:latin typeface="+mn-lt"/>
              </a:rPr>
              <a:pPr>
                <a:defRPr/>
              </a:pPr>
              <a:t>2-12-2011</a:t>
            </a:fld>
            <a:endParaRPr lang="nl-NL" sz="1000" b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43FC54-0817-43D5-8B24-1E08DA1ED20E}" type="slidenum">
              <a:rPr lang="nl-NL"/>
              <a:pPr>
                <a:defRPr/>
              </a:pPr>
              <a:t>3</a:t>
            </a:fld>
            <a:endParaRPr lang="nl-NL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76375" y="1989138"/>
            <a:ext cx="7372350" cy="4032250"/>
          </a:xfrm>
          <a:noFill/>
        </p:spPr>
        <p:txBody>
          <a:bodyPr anchor="ctr"/>
          <a:lstStyle/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mtClean="0">
                <a:cs typeface="Times New Roman" pitchFamily="18" charset="0"/>
              </a:rPr>
              <a:t>Funded by the Dutch science foundation (NWO)</a:t>
            </a:r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endParaRPr lang="en-US" smtClean="0"/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mtClean="0"/>
              <a:t>Providing a new research facility for social sciences</a:t>
            </a:r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endParaRPr lang="en-US" smtClean="0"/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b="1" smtClean="0"/>
              <a:t>LISS panel</a:t>
            </a:r>
            <a:r>
              <a:rPr lang="en-US" smtClean="0"/>
              <a:t> + </a:t>
            </a:r>
            <a:r>
              <a:rPr lang="en-US" b="1" smtClean="0"/>
              <a:t>LISS data archive</a:t>
            </a:r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None/>
            </a:pPr>
            <a:endParaRPr lang="en-US" b="1" smtClean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title"/>
          </p:nvPr>
        </p:nvSpPr>
        <p:spPr bwMode="blackGray">
          <a:xfrm>
            <a:off x="1619250" y="990600"/>
            <a:ext cx="7056438" cy="762000"/>
          </a:xfrm>
          <a:noFill/>
        </p:spPr>
        <p:txBody>
          <a:bodyPr lIns="288000"/>
          <a:lstStyle/>
          <a:p>
            <a:pPr eaLnBrk="1" hangingPunct="1"/>
            <a:r>
              <a:rPr lang="en-US" sz="4400" smtClean="0"/>
              <a:t>CentERdata / LISS </a:t>
            </a:r>
          </a:p>
        </p:txBody>
      </p:sp>
      <p:sp>
        <p:nvSpPr>
          <p:cNvPr id="2" name="Rectangle 4"/>
          <p:cNvSpPr txBox="1">
            <a:spLocks noGrp="1" noChangeArrowheads="1"/>
          </p:cNvSpPr>
          <p:nvPr/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5692F581-B62B-4B3B-8CAB-ADB5399240A9}" type="datetime1">
              <a:rPr lang="nl-NL" sz="1000" b="0">
                <a:latin typeface="+mn-lt"/>
              </a:rPr>
              <a:pPr>
                <a:defRPr/>
              </a:pPr>
              <a:t>2-12-2011</a:t>
            </a:fld>
            <a:endParaRPr lang="nl-NL" sz="1000" b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07950" y="6381750"/>
            <a:ext cx="1079500" cy="339725"/>
          </a:xfrm>
        </p:spPr>
        <p:txBody>
          <a:bodyPr/>
          <a:lstStyle/>
          <a:p>
            <a:pPr>
              <a:defRPr/>
            </a:pPr>
            <a:fld id="{AFEC0754-CD67-4523-8F17-C0E3749D4F3B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25E078-BA60-467E-BFE4-07B07F9C4823}" type="slidenum">
              <a:rPr lang="nl-NL"/>
              <a:pPr>
                <a:defRPr/>
              </a:pPr>
              <a:t>4</a:t>
            </a:fld>
            <a:endParaRPr lang="nl-NL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76375" y="1989138"/>
            <a:ext cx="7372350" cy="4032250"/>
          </a:xfrm>
          <a:noFill/>
        </p:spPr>
        <p:txBody>
          <a:bodyPr anchor="ctr"/>
          <a:lstStyle/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b="1" smtClean="0"/>
              <a:t>Online</a:t>
            </a:r>
            <a:r>
              <a:rPr lang="en-US" smtClean="0"/>
              <a:t> panel of 5000 households</a:t>
            </a:r>
          </a:p>
          <a:p>
            <a:pPr marL="914400" lvl="1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mtClean="0"/>
              <a:t>8000 individuals (&gt;= 16 years)</a:t>
            </a:r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endParaRPr lang="en-US" smtClean="0"/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mtClean="0"/>
              <a:t>Questionnaires</a:t>
            </a:r>
            <a:r>
              <a:rPr lang="nl-NL" smtClean="0"/>
              <a:t> each month, 30 min.</a:t>
            </a:r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endParaRPr lang="nl-NL" smtClean="0"/>
          </a:p>
          <a:p>
            <a:pPr marL="457200" indent="-457200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nl-NL" smtClean="0"/>
              <a:t>Incentive 15 euro an hour (average)</a:t>
            </a:r>
            <a:endParaRPr lang="en-US" smtClean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title"/>
          </p:nvPr>
        </p:nvSpPr>
        <p:spPr bwMode="blackGray">
          <a:xfrm>
            <a:off x="1619250" y="990600"/>
            <a:ext cx="7056438" cy="762000"/>
          </a:xfrm>
          <a:noFill/>
        </p:spPr>
        <p:txBody>
          <a:bodyPr lIns="288000"/>
          <a:lstStyle/>
          <a:p>
            <a:pPr eaLnBrk="1" hangingPunct="1"/>
            <a:r>
              <a:rPr lang="en-US" sz="4400" smtClean="0"/>
              <a:t>LISS panel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07950" y="6381750"/>
            <a:ext cx="1150938" cy="339725"/>
          </a:xfrm>
        </p:spPr>
        <p:txBody>
          <a:bodyPr/>
          <a:lstStyle/>
          <a:p>
            <a:pPr>
              <a:defRPr/>
            </a:pPr>
            <a:fld id="{D04C9AE4-61E8-4C8D-99BA-5B5CAC8DE615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FF4428-1FD2-4A40-A3F5-F0B5D97C99EE}" type="slidenum">
              <a:rPr lang="nl-NL"/>
              <a:pPr>
                <a:defRPr/>
              </a:pPr>
              <a:t>5</a:t>
            </a:fld>
            <a:endParaRPr lang="nl-NL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404813"/>
            <a:ext cx="6985000" cy="762000"/>
          </a:xfrm>
        </p:spPr>
        <p:txBody>
          <a:bodyPr/>
          <a:lstStyle/>
          <a:p>
            <a:pPr marL="571500" indent="-571500" eaLnBrk="1" hangingPunct="1">
              <a:buClr>
                <a:schemeClr val="folHlink"/>
              </a:buClr>
            </a:pPr>
            <a:r>
              <a:rPr lang="nl-NL" sz="4400" smtClean="0"/>
              <a:t>Type of Questionnaires</a:t>
            </a:r>
            <a:endParaRPr lang="en-US" sz="4400" smtClean="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811338"/>
            <a:ext cx="7199313" cy="4154487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GB" smtClean="0"/>
              <a:t>1. The “household box”:</a:t>
            </a:r>
            <a:br>
              <a:rPr lang="en-GB" smtClean="0"/>
            </a:br>
            <a:r>
              <a:rPr lang="en-GB" i="1" smtClean="0"/>
              <a:t>Background Variables (on demand)</a:t>
            </a:r>
          </a:p>
          <a:p>
            <a:pPr marL="457200" indent="-457200" eaLnBrk="1" hangingPunct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n-GB" smtClean="0"/>
          </a:p>
          <a:p>
            <a:pPr marL="457200" indent="-457200" eaLnBrk="1" hangingPunct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GB" smtClean="0"/>
              <a:t>2. Core questionnaires:</a:t>
            </a:r>
            <a:br>
              <a:rPr lang="en-GB" smtClean="0"/>
            </a:br>
            <a:r>
              <a:rPr lang="en-GB" i="1" smtClean="0"/>
              <a:t>Health, </a:t>
            </a:r>
            <a:r>
              <a:rPr lang="en-US" i="1" smtClean="0"/>
              <a:t>Personality (longitudinal)</a:t>
            </a:r>
            <a:endParaRPr lang="en-GB" i="1" smtClean="0"/>
          </a:p>
          <a:p>
            <a:pPr marL="457200" indent="-457200" eaLnBrk="1" hangingPunct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n-GB" i="1" smtClean="0"/>
          </a:p>
          <a:p>
            <a:pPr marL="457200" indent="-457200" eaLnBrk="1" hangingPunct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GB" smtClean="0"/>
              <a:t>3. Assembled questionnaires:</a:t>
            </a:r>
            <a:br>
              <a:rPr lang="en-GB" smtClean="0"/>
            </a:br>
            <a:r>
              <a:rPr lang="en-GB" i="1" smtClean="0"/>
              <a:t>Proposed by external </a:t>
            </a:r>
            <a:r>
              <a:rPr lang="en-US" i="1" smtClean="0"/>
              <a:t>researchers</a:t>
            </a:r>
          </a:p>
          <a:p>
            <a:pPr marL="457200" indent="-457200" eaLnBrk="1" hangingPunct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n-US" i="1" smtClean="0"/>
          </a:p>
          <a:p>
            <a:pPr marL="457200" indent="-457200" eaLnBrk="1" hangingPunct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mtClean="0"/>
              <a:t>4. </a:t>
            </a:r>
            <a:r>
              <a:rPr lang="nl-NL" smtClean="0"/>
              <a:t>Panel &amp; Data Quality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 noGrp="1"/>
          </p:cNvSpPr>
          <p:nvPr/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6A04DE8-CCFF-4438-9A10-C1BA4C2FA7CC}" type="datetime1">
              <a:rPr lang="nl-NL" sz="1000" b="0">
                <a:latin typeface="+mn-lt"/>
              </a:rPr>
              <a:pPr>
                <a:defRPr/>
              </a:pPr>
              <a:t>2-12-2011</a:t>
            </a:fld>
            <a:endParaRPr lang="nl-NL" sz="1000" b="0">
              <a:latin typeface="+mn-lt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107950" y="6049963"/>
            <a:ext cx="935038" cy="331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2F1683B0-4D71-4066-B875-C644A8D54379}" type="slidenum">
              <a:rPr lang="nl-NL" sz="1400" b="0">
                <a:solidFill>
                  <a:schemeClr val="bg1"/>
                </a:solidFill>
                <a:latin typeface="+mn-lt"/>
              </a:rPr>
              <a:pPr>
                <a:defRPr/>
              </a:pPr>
              <a:t>6</a:t>
            </a:fld>
            <a:endParaRPr lang="nl-NL" sz="14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3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Current workflow 1/2</a:t>
            </a:r>
            <a:endParaRPr lang="nl-NL" sz="4400" smtClean="0"/>
          </a:p>
        </p:txBody>
      </p:sp>
      <p:sp>
        <p:nvSpPr>
          <p:cNvPr id="133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844675"/>
            <a:ext cx="7199313" cy="4537075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Font typeface="Wingdings" pitchFamily="2" charset="2"/>
              <a:buNone/>
            </a:pPr>
            <a:endParaRPr lang="en-US" sz="2400" b="1" smtClean="0"/>
          </a:p>
          <a:p>
            <a:pPr eaLnBrk="1" hangingPunct="1">
              <a:buClr>
                <a:schemeClr val="accent2"/>
              </a:buClr>
              <a:buFont typeface="Wingdings" pitchFamily="2" charset="2"/>
              <a:buNone/>
            </a:pPr>
            <a:r>
              <a:rPr lang="en-US" sz="2400" b="1" smtClean="0"/>
              <a:t>Design &amp; Collection</a:t>
            </a:r>
          </a:p>
          <a:p>
            <a:pPr eaLnBrk="1" hangingPunct="1">
              <a:buClr>
                <a:schemeClr val="accent2"/>
              </a:buClr>
              <a:buFont typeface="Wingdings" pitchFamily="2" charset="2"/>
              <a:buNone/>
            </a:pPr>
            <a:endParaRPr lang="en-US" sz="2400" b="1" smtClean="0"/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smtClean="0"/>
              <a:t>Paper version</a:t>
            </a:r>
            <a:endParaRPr lang="nl-NL" sz="2400" smtClean="0"/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smtClean="0"/>
              <a:t>Blaise (IS) version</a:t>
            </a:r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smtClean="0"/>
              <a:t>Field work (one month)</a:t>
            </a:r>
            <a:endParaRPr lang="en-GB" sz="2400" b="1" smtClean="0"/>
          </a:p>
          <a:p>
            <a:pPr eaLnBrk="1" hangingPunct="1">
              <a:buFontTx/>
              <a:buChar char="•"/>
            </a:pPr>
            <a:endParaRPr lang="en-GB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 noGrp="1"/>
          </p:cNvSpPr>
          <p:nvPr/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6A04DE8-CCFF-4438-9A10-C1BA4C2FA7CC}" type="datetime1">
              <a:rPr lang="nl-NL" sz="1000" b="0">
                <a:latin typeface="+mn-lt"/>
              </a:rPr>
              <a:pPr>
                <a:defRPr/>
              </a:pPr>
              <a:t>2-12-2011</a:t>
            </a:fld>
            <a:endParaRPr lang="nl-NL" sz="1000" b="0">
              <a:latin typeface="+mn-lt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107950" y="6049963"/>
            <a:ext cx="935038" cy="331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D2209D98-B02D-4C90-8BFC-7DECD6AB5A81}" type="slidenum">
              <a:rPr lang="nl-NL" sz="1400" b="0">
                <a:solidFill>
                  <a:schemeClr val="bg1"/>
                </a:solidFill>
                <a:latin typeface="+mn-lt"/>
              </a:rPr>
              <a:pPr>
                <a:defRPr/>
              </a:pPr>
              <a:t>7</a:t>
            </a:fld>
            <a:endParaRPr lang="nl-NL" sz="14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1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Current workflow 2/2</a:t>
            </a:r>
            <a:endParaRPr lang="nl-NL" sz="4400" smtClean="0"/>
          </a:p>
        </p:txBody>
      </p:sp>
      <p:sp>
        <p:nvSpPr>
          <p:cNvPr id="141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844675"/>
            <a:ext cx="7199313" cy="4537075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Font typeface="Wingdings" pitchFamily="2" charset="2"/>
              <a:buNone/>
            </a:pPr>
            <a:endParaRPr lang="en-US" sz="2400" smtClean="0"/>
          </a:p>
          <a:p>
            <a:pPr eaLnBrk="1" hangingPunct="1">
              <a:buClr>
                <a:schemeClr val="accent2"/>
              </a:buClr>
              <a:buFont typeface="Wingdings" pitchFamily="2" charset="2"/>
              <a:buNone/>
            </a:pPr>
            <a:r>
              <a:rPr lang="en-US" sz="2400" b="1" smtClean="0"/>
              <a:t>Dissemination / archiving</a:t>
            </a:r>
          </a:p>
          <a:p>
            <a:pPr eaLnBrk="1" hangingPunct="1">
              <a:buClr>
                <a:schemeClr val="accent2"/>
              </a:buClr>
              <a:buFont typeface="Wingdings" pitchFamily="2" charset="2"/>
              <a:buNone/>
            </a:pPr>
            <a:endParaRPr lang="en-US" sz="2400" b="1" smtClean="0"/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smtClean="0"/>
              <a:t>SPSS (derived from bdb) + Codebook</a:t>
            </a:r>
            <a:endParaRPr lang="nl-NL" sz="2400" smtClean="0"/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nl-NL" sz="2400" smtClean="0"/>
              <a:t>Meta data (XML export of SPSS-file)</a:t>
            </a:r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smtClean="0"/>
              <a:t>Import to archive</a:t>
            </a:r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GB" sz="2400" smtClean="0"/>
              <a:t>View the data online in a user friendly environment: </a:t>
            </a:r>
            <a:r>
              <a:rPr lang="en-GB" sz="2400" smtClean="0">
                <a:hlinkClick r:id="rId3"/>
              </a:rPr>
              <a:t>LISS data archive</a:t>
            </a:r>
            <a:r>
              <a:rPr lang="en-GB" sz="2400" smtClean="0"/>
              <a:t> </a:t>
            </a:r>
          </a:p>
          <a:p>
            <a:pPr eaLnBrk="1" hangingPunct="1">
              <a:buClr>
                <a:schemeClr val="accent2"/>
              </a:buClr>
              <a:buFont typeface="Wingdings" pitchFamily="2" charset="2"/>
              <a:buChar char="§"/>
            </a:pPr>
            <a:endParaRPr lang="en-GB" sz="2200" b="1" smtClean="0"/>
          </a:p>
          <a:p>
            <a:pPr eaLnBrk="1" hangingPunct="1">
              <a:buFontTx/>
              <a:buChar char="•"/>
            </a:pPr>
            <a:endParaRPr lang="en-GB" sz="22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Questasy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1744663"/>
            <a:ext cx="7199313" cy="434863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Web application based on DDI 3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Manages data &amp; metadata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Administrator Interface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Data entry without DDI knowledge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Live in January 2009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Researcher Interface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Browse/search metadata, download data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Live in March 2009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12/2/2011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New developments</a:t>
            </a:r>
            <a:endParaRPr lang="nl-NL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endParaRPr lang="nl-NL" smtClean="0"/>
          </a:p>
          <a:p>
            <a:r>
              <a:rPr lang="nl-NL" b="1" smtClean="0"/>
              <a:t>Since EDDI 10 - Utrecht</a:t>
            </a:r>
          </a:p>
          <a:p>
            <a:endParaRPr lang="nl-NL" b="1" smtClean="0"/>
          </a:p>
          <a:p>
            <a:pPr>
              <a:buFont typeface="Wingdings" pitchFamily="2" charset="2"/>
              <a:buChar char="§"/>
            </a:pPr>
            <a:r>
              <a:rPr lang="nl-NL" smtClean="0"/>
              <a:t>Multi panel support</a:t>
            </a:r>
          </a:p>
          <a:p>
            <a:pPr>
              <a:buFont typeface="Wingdings" pitchFamily="2" charset="2"/>
              <a:buChar char="§"/>
            </a:pPr>
            <a:r>
              <a:rPr lang="nl-NL" smtClean="0"/>
              <a:t>Theme support</a:t>
            </a:r>
          </a:p>
          <a:p>
            <a:pPr>
              <a:buFont typeface="Wingdings" pitchFamily="2" charset="2"/>
              <a:buChar char="§"/>
            </a:pPr>
            <a:r>
              <a:rPr lang="nl-NL" smtClean="0"/>
              <a:t>Search Engine Optimization</a:t>
            </a:r>
          </a:p>
          <a:p>
            <a:pPr>
              <a:buFont typeface="Wingdings" pitchFamily="2" charset="2"/>
              <a:buChar char="§"/>
            </a:pPr>
            <a:endParaRPr lang="nl-NL" smtClean="0"/>
          </a:p>
          <a:p>
            <a:pPr>
              <a:buFont typeface="Wingdings" pitchFamily="2" charset="2"/>
              <a:buChar char="§"/>
            </a:pPr>
            <a:r>
              <a:rPr lang="nl-NL" smtClean="0"/>
              <a:t>Variable basket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9F0F7B-3675-461B-A16C-D1D6ED421018}" type="datetime1">
              <a:rPr lang="nl-NL" smtClean="0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08AF34-52BD-43C5-897B-61566535AB0D}" type="slidenum">
              <a:rPr lang="nl-NL" smtClean="0"/>
              <a:pPr>
                <a:defRPr/>
              </a:pPr>
              <a:t>9</a:t>
            </a:fld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Features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12/2/2011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graphicFrame>
        <p:nvGraphicFramePr>
          <p:cNvPr id="6" name="Diagram 5"/>
          <p:cNvGraphicFramePr/>
          <p:nvPr/>
        </p:nvGraphicFramePr>
        <p:xfrm>
          <a:off x="611188" y="404813"/>
          <a:ext cx="7993062" cy="5732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4"/>
          <p:cNvSpPr txBox="1">
            <a:spLocks noGrp="1"/>
          </p:cNvSpPr>
          <p:nvPr/>
        </p:nvSpPr>
        <p:spPr bwMode="auto">
          <a:xfrm>
            <a:off x="107950" y="6381750"/>
            <a:ext cx="1008063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F229530C-11BD-4A86-A858-DB8443A2E03C}" type="datetime1">
              <a:rPr lang="nl-NL" sz="1000" b="0">
                <a:latin typeface="+mn-lt"/>
              </a:rPr>
              <a:pPr>
                <a:defRPr/>
              </a:pPr>
              <a:t>2-12-2011</a:t>
            </a:fld>
            <a:endParaRPr lang="nl-NL" sz="1000" b="0">
              <a:latin typeface="+mn-lt"/>
            </a:endParaRPr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107950" y="6049963"/>
            <a:ext cx="935038" cy="331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F31D48F-9E3C-4219-87E1-0155A1EF7653}" type="slidenum">
              <a:rPr lang="nl-NL" sz="1400" b="0">
                <a:solidFill>
                  <a:schemeClr val="bg1"/>
                </a:solidFill>
                <a:latin typeface="+mn-lt"/>
              </a:rPr>
              <a:pPr>
                <a:defRPr/>
              </a:pPr>
              <a:t>11</a:t>
            </a:fld>
            <a:endParaRPr lang="nl-NL" sz="1400" b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graphicFrame>
        <p:nvGraphicFramePr>
          <p:cNvPr id="6" name="Diagram 5"/>
          <p:cNvGraphicFramePr/>
          <p:nvPr/>
        </p:nvGraphicFramePr>
        <p:xfrm>
          <a:off x="611188" y="404813"/>
          <a:ext cx="7993062" cy="5732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4"/>
          <p:cNvSpPr txBox="1">
            <a:spLocks noGrp="1"/>
          </p:cNvSpPr>
          <p:nvPr/>
        </p:nvSpPr>
        <p:spPr bwMode="auto">
          <a:xfrm>
            <a:off x="107950" y="6381750"/>
            <a:ext cx="1008063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F229530C-11BD-4A86-A858-DB8443A2E03C}" type="datetime1">
              <a:rPr lang="nl-NL" sz="1000" b="0">
                <a:latin typeface="+mn-lt"/>
              </a:rPr>
              <a:pPr>
                <a:defRPr/>
              </a:pPr>
              <a:t>2-12-2011</a:t>
            </a:fld>
            <a:endParaRPr lang="nl-NL" sz="1000" b="0">
              <a:latin typeface="+mn-lt"/>
            </a:endParaRPr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107950" y="6049963"/>
            <a:ext cx="935038" cy="331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E0F758BC-DD75-4D9C-B9D4-1CF56CBDAFAF}" type="slidenum">
              <a:rPr lang="nl-NL" sz="1400" b="0">
                <a:solidFill>
                  <a:schemeClr val="bg1"/>
                </a:solidFill>
                <a:latin typeface="+mn-lt"/>
              </a:rPr>
              <a:pPr>
                <a:defRPr/>
              </a:pPr>
              <a:t>12</a:t>
            </a:fld>
            <a:endParaRPr lang="nl-NL" sz="1400" b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Features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12/2/2011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Features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12/2/2011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Variable basket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Creating custom variable extracts</a:t>
            </a:r>
          </a:p>
          <a:p>
            <a:endParaRPr lang="en-US" dirty="0" smtClean="0"/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Integrated into </a:t>
            </a:r>
            <a:r>
              <a:rPr lang="en-US" dirty="0" err="1" smtClean="0"/>
              <a:t>Questasy</a:t>
            </a:r>
            <a:r>
              <a:rPr lang="en-US" dirty="0" smtClean="0"/>
              <a:t> interface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Data warehouse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Multiple “baskets” per user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Generating data sets on the fly</a:t>
            </a:r>
            <a:endParaRPr lang="nl-NL" smtClean="0"/>
          </a:p>
          <a:p>
            <a:pPr lvl="2">
              <a:buFont typeface="Wingdings" pitchFamily="2" charset="2"/>
              <a:buChar char="§"/>
            </a:pPr>
            <a:r>
              <a:rPr lang="en-US" smtClean="0"/>
              <a:t>Download </a:t>
            </a:r>
            <a:r>
              <a:rPr lang="en-US" dirty="0" smtClean="0"/>
              <a:t>in several data formats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Custom codebooks on the fly 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smtClean="0"/>
              <a:t>In both HTML as PDF (</a:t>
            </a:r>
            <a:r>
              <a:rPr lang="en-US" sz="2400" smtClean="0"/>
              <a:t>Docbook XML based)</a:t>
            </a:r>
            <a:endParaRPr lang="en-US" smtClean="0"/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LIVE DEMO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12/2/2011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Licensing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1844824"/>
            <a:ext cx="7199313" cy="3528739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Free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Including source code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License agreement available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Available for non-profit scientific &amp; government institutes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45FFF82E-66FD-4AED-BCB5-986507DAF01A}" type="datetime1">
              <a:rPr lang="en-US" smtClean="0"/>
              <a:pPr/>
              <a:t>12/2/2011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fld id="{B0D81EF3-0CF4-43B6-B34A-82B2B13BFC5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E5AF2A-B68C-4345-9D6E-D74F034A9F9E}" type="datetime1">
              <a:rPr lang="nl-NL"/>
              <a:pPr>
                <a:defRPr/>
              </a:pPr>
              <a:t>2-12-2011</a:t>
            </a:fld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C346B3-64CF-4CBB-BD77-2C7E5B46DAD0}" type="slidenum">
              <a:rPr lang="nl-NL"/>
              <a:pPr>
                <a:defRPr/>
              </a:pPr>
              <a:t>17</a:t>
            </a:fld>
            <a:endParaRPr lang="nl-NL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1403648" y="1340768"/>
            <a:ext cx="7199312" cy="4248472"/>
          </a:xfrm>
        </p:spPr>
        <p:txBody>
          <a:bodyPr/>
          <a:lstStyle/>
          <a:p>
            <a:r>
              <a:rPr lang="nl-NL" b="1" smtClean="0"/>
              <a:t>CentERdata:</a:t>
            </a:r>
          </a:p>
          <a:p>
            <a:pPr>
              <a:buFont typeface="Wingdings" pitchFamily="2" charset="2"/>
              <a:buChar char="§"/>
            </a:pPr>
            <a:r>
              <a:rPr lang="nl-NL" smtClean="0"/>
              <a:t>www.centerdata.nl/en </a:t>
            </a:r>
          </a:p>
          <a:p>
            <a:r>
              <a:rPr lang="en-US" b="1" smtClean="0"/>
              <a:t> </a:t>
            </a:r>
          </a:p>
          <a:p>
            <a:r>
              <a:rPr lang="en-US" b="1" smtClean="0"/>
              <a:t>LISS panel</a:t>
            </a:r>
          </a:p>
          <a:p>
            <a:pPr>
              <a:buFont typeface="Wingdings" pitchFamily="2" charset="2"/>
              <a:buChar char="§"/>
            </a:pPr>
            <a:r>
              <a:rPr lang="nl-NL" smtClean="0"/>
              <a:t>www.lissdata.nl</a:t>
            </a:r>
            <a:endParaRPr lang="en-US" smtClean="0"/>
          </a:p>
          <a:p>
            <a:endParaRPr lang="en-US" b="1" smtClean="0"/>
          </a:p>
          <a:p>
            <a:r>
              <a:rPr lang="en-US" b="1" smtClean="0"/>
              <a:t>Download data:</a:t>
            </a:r>
          </a:p>
          <a:p>
            <a:pPr>
              <a:buFont typeface="Wingdings" pitchFamily="2" charset="2"/>
              <a:buChar char="§"/>
            </a:pPr>
            <a:r>
              <a:rPr lang="en-US" smtClean="0"/>
              <a:t>www.lissdata.nl/dataarchive</a:t>
            </a:r>
            <a:endParaRPr lang="nl-NL" smtClean="0"/>
          </a:p>
          <a:p>
            <a:endParaRPr lang="nl-NL" smtClean="0"/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107950" y="5949950"/>
            <a:ext cx="935038" cy="3317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6E60235D-C3BC-4C04-AEA4-17236B88BD88}" type="slidenum">
              <a:rPr lang="nl-NL" sz="1400" b="0">
                <a:latin typeface="Verdana" pitchFamily="34" charset="0"/>
              </a:rPr>
              <a:pPr/>
              <a:t>17</a:t>
            </a:fld>
            <a:endParaRPr lang="nl-NL" sz="1400" b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Standaardontwerp">
  <a:themeElements>
    <a:clrScheme name="2_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Standaardontwerp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3212</TotalTime>
  <Words>529</Words>
  <Application>Microsoft Office PowerPoint</Application>
  <PresentationFormat>On-screen Show (4:3)</PresentationFormat>
  <Paragraphs>197</Paragraphs>
  <Slides>18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Standaardontwerp</vt:lpstr>
      <vt:lpstr>2_Standaardontwerp</vt:lpstr>
      <vt:lpstr>Slide 1</vt:lpstr>
      <vt:lpstr>Introducing ourselves</vt:lpstr>
      <vt:lpstr>CentERdata / LISS </vt:lpstr>
      <vt:lpstr>LISS panel</vt:lpstr>
      <vt:lpstr>Type of Questionnaires</vt:lpstr>
      <vt:lpstr> Current workflow 1/2</vt:lpstr>
      <vt:lpstr> Current workflow 2/2</vt:lpstr>
      <vt:lpstr>Questasy</vt:lpstr>
      <vt:lpstr>New developments</vt:lpstr>
      <vt:lpstr>Questasy Features</vt:lpstr>
      <vt:lpstr>Slide 11</vt:lpstr>
      <vt:lpstr>Slide 12</vt:lpstr>
      <vt:lpstr>Questasy Features</vt:lpstr>
      <vt:lpstr>Questasy Features</vt:lpstr>
      <vt:lpstr>Variable basket</vt:lpstr>
      <vt:lpstr>Licensing</vt:lpstr>
      <vt:lpstr>Slide 17</vt:lpstr>
      <vt:lpstr>Slide 18</vt:lpstr>
    </vt:vector>
  </TitlesOfParts>
  <Company>flt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m van den broek</dc:creator>
  <cp:lastModifiedBy>M.IJ.C. [Maarten] Streefkerk - CentERdata</cp:lastModifiedBy>
  <cp:revision>173</cp:revision>
  <dcterms:created xsi:type="dcterms:W3CDTF">2007-08-14T10:24:11Z</dcterms:created>
  <dcterms:modified xsi:type="dcterms:W3CDTF">2011-12-02T16:37:44Z</dcterms:modified>
</cp:coreProperties>
</file>