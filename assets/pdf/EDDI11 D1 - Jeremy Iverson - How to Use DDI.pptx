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2" r:id="rId6"/>
    <p:sldId id="263" r:id="rId7"/>
    <p:sldId id="265" r:id="rId8"/>
    <p:sldId id="261" r:id="rId9"/>
    <p:sldId id="266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8" autoAdjust="0"/>
    <p:restoredTop sz="73254" autoAdjust="0"/>
  </p:normalViewPr>
  <p:slideViewPr>
    <p:cSldViewPr>
      <p:cViewPr varScale="1">
        <p:scale>
          <a:sx n="24" d="100"/>
          <a:sy n="24" d="100"/>
        </p:scale>
        <p:origin x="-51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9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C479F-9FD1-4635-B2D5-D00631082DD7}" type="datetimeFigureOut">
              <a:rPr lang="en-US" smtClean="0"/>
              <a:pPr/>
              <a:t>12/4/2011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954877-A7B0-4746-9FC8-B53F21C236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28913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Our group had varying</a:t>
            </a:r>
            <a:r>
              <a:rPr lang="en-US" baseline="0" dirty="0" smtClean="0"/>
              <a:t> levels of experience with DDI: </a:t>
            </a:r>
          </a:p>
          <a:p>
            <a:r>
              <a:rPr lang="en-US" baseline="0" dirty="0" smtClean="0"/>
              <a:t>	- people who have been around from the beginning</a:t>
            </a:r>
          </a:p>
          <a:p>
            <a:r>
              <a:rPr lang="en-US" baseline="0" dirty="0" smtClean="0"/>
              <a:t>	- ~1 year of experience</a:t>
            </a:r>
          </a:p>
          <a:p>
            <a:r>
              <a:rPr lang="en-US" baseline="0" dirty="0" smtClean="0"/>
              <a:t>	- Brand new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954877-A7B0-4746-9FC8-B53F21C236D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175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 a basic level, using DDI means that you are able to produce an XML file that validates against the DDI XML schema. 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goal paper is to show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to do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954877-A7B0-4746-9FC8-B53F21C236D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281958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DD35FE96-2866-4907-AF97-0DDAA28350C2}" type="slidenum">
              <a:rPr lang="en-US" smtClean="0"/>
              <a:pPr eaLnBrk="1" hangingPunct="1"/>
              <a:t>7</a:t>
            </a:fld>
            <a:endParaRPr lang="en-US" smtClean="0"/>
          </a:p>
        </p:txBody>
      </p:sp>
      <p:sp>
        <p:nvSpPr>
          <p:cNvPr id="28675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/>
            <a:fld id="{BFA2751A-1941-41A8-9941-82D82846053A}" type="slidenum">
              <a:rPr lang="en-US" sz="1200"/>
              <a:pPr algn="r" eaLnBrk="1" hangingPunct="1"/>
              <a:t>7</a:t>
            </a:fld>
            <a:endParaRPr lang="en-US" sz="1200"/>
          </a:p>
        </p:txBody>
      </p:sp>
      <p:sp>
        <p:nvSpPr>
          <p:cNvPr id="2867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dirty="0" smtClean="0">
                <a:latin typeface="Arial" pitchFamily="34" charset="0"/>
              </a:rPr>
              <a:t>The structure of a longitudinal study fits well</a:t>
            </a:r>
            <a:r>
              <a:rPr lang="en-US" baseline="0" dirty="0" smtClean="0">
                <a:latin typeface="Arial" pitchFamily="34" charset="0"/>
              </a:rPr>
              <a:t> with the DDI lifecycle model.</a:t>
            </a:r>
          </a:p>
          <a:p>
            <a:pPr eaLnBrk="1" hangingPunct="1"/>
            <a:endParaRPr lang="en-US" baseline="0" dirty="0" smtClean="0">
              <a:latin typeface="Arial" pitchFamily="34" charset="0"/>
            </a:endParaRPr>
          </a:p>
          <a:p>
            <a:pPr eaLnBrk="1" hangingPunct="1"/>
            <a:r>
              <a:rPr lang="en-US" baseline="0" dirty="0" smtClean="0">
                <a:latin typeface="Arial" pitchFamily="34" charset="0"/>
              </a:rPr>
              <a:t>It’s just that some of the parts are repeated.</a:t>
            </a:r>
            <a:endParaRPr lang="en-US" dirty="0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12/4/2011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mailto:wlt@umn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Writing a HOWTO Guide for </a:t>
            </a:r>
            <a:r>
              <a:rPr lang="en-US" dirty="0" smtClean="0"/>
              <a:t>DDI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An approach for getting started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8788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Background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Dagstuhl</a:t>
            </a:r>
            <a:r>
              <a:rPr lang="en-US" dirty="0" smtClean="0"/>
              <a:t> Longitudinal Workshop</a:t>
            </a:r>
          </a:p>
          <a:p>
            <a:r>
              <a:rPr lang="en-US" dirty="0" smtClean="0"/>
              <a:t>Three Groups</a:t>
            </a:r>
          </a:p>
          <a:p>
            <a:pPr lvl="1"/>
            <a:r>
              <a:rPr lang="en-US" dirty="0" smtClean="0"/>
              <a:t>Generic Process Model for Longitudinal Studies (up next)</a:t>
            </a:r>
          </a:p>
          <a:p>
            <a:pPr lvl="1"/>
            <a:r>
              <a:rPr lang="en-US" dirty="0" smtClean="0"/>
              <a:t>Foundational Metadata</a:t>
            </a:r>
          </a:p>
          <a:p>
            <a:pPr lvl="1"/>
            <a:r>
              <a:rPr lang="en-US" dirty="0" smtClean="0"/>
              <a:t>How</a:t>
            </a:r>
            <a:r>
              <a:rPr lang="en-US" baseline="0" dirty="0" smtClean="0"/>
              <a:t> to get Started with DDI (this one)</a:t>
            </a:r>
          </a:p>
        </p:txBody>
      </p:sp>
    </p:spTree>
    <p:extLst>
      <p:ext uri="{BB962C8B-B14F-4D97-AF65-F5344CB8AC3E}">
        <p14:creationId xmlns:p14="http://schemas.microsoft.com/office/powerpoint/2010/main" xmlns="" val="1789515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Different levels of experience in the </a:t>
            </a:r>
            <a:r>
              <a:rPr lang="en-US" dirty="0" smtClean="0"/>
              <a:t>group</a:t>
            </a:r>
            <a:endParaRPr lang="en-US" dirty="0" smtClean="0"/>
          </a:p>
          <a:p>
            <a:r>
              <a:rPr lang="en-US" dirty="0" smtClean="0"/>
              <a:t>Brainstormed how different ways people new to DDI may approach </a:t>
            </a:r>
            <a:endParaRPr lang="en-US" dirty="0" smtClean="0"/>
          </a:p>
          <a:p>
            <a:pPr lvl="1"/>
            <a:r>
              <a:rPr lang="en-US" dirty="0" smtClean="0"/>
              <a:t>Fitting existing metadata into DDI</a:t>
            </a:r>
          </a:p>
          <a:p>
            <a:pPr lvl="1"/>
            <a:r>
              <a:rPr lang="en-US" dirty="0" smtClean="0"/>
              <a:t>Mapping existing database to DDI</a:t>
            </a:r>
          </a:p>
          <a:p>
            <a:pPr lvl="1"/>
            <a:r>
              <a:rPr lang="en-US" dirty="0" smtClean="0"/>
              <a:t>Planning how to integrate DDI into a new project</a:t>
            </a:r>
          </a:p>
          <a:p>
            <a:pPr lvl="1"/>
            <a:r>
              <a:rPr lang="en-US" dirty="0" smtClean="0"/>
              <a:t>Inserting DDI into an ongoing project</a:t>
            </a:r>
          </a:p>
          <a:p>
            <a:pPr lvl="1"/>
            <a:r>
              <a:rPr lang="en-US" dirty="0" smtClean="0"/>
              <a:t>Technical vs. content focus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3862794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does “using DDI” mean?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Produce DDI that validates against the DDI </a:t>
            </a:r>
            <a:r>
              <a:rPr lang="en-US" dirty="0" smtClean="0"/>
              <a:t>schema</a:t>
            </a:r>
          </a:p>
          <a:p>
            <a:pPr lvl="1"/>
            <a:r>
              <a:rPr lang="en-US" dirty="0" smtClean="0"/>
              <a:t>Study instance</a:t>
            </a:r>
          </a:p>
          <a:p>
            <a:pPr lvl="1"/>
            <a:r>
              <a:rPr lang="en-US" dirty="0" smtClean="0"/>
              <a:t>Resource packages</a:t>
            </a:r>
            <a:endParaRPr lang="en-US" dirty="0" smtClean="0"/>
          </a:p>
          <a:p>
            <a:r>
              <a:rPr lang="en-US" dirty="0" smtClean="0"/>
              <a:t>Goal: make this easier for people who are new to </a:t>
            </a:r>
            <a:r>
              <a:rPr lang="en-US" dirty="0" smtClean="0"/>
              <a:t>DDI</a:t>
            </a:r>
          </a:p>
          <a:p>
            <a:pPr lvl="1"/>
            <a:r>
              <a:rPr lang="en-US" dirty="0" smtClean="0"/>
              <a:t>Provide starting points</a:t>
            </a:r>
          </a:p>
          <a:p>
            <a:pPr lvl="1"/>
            <a:r>
              <a:rPr lang="en-US" dirty="0" smtClean="0"/>
              <a:t>Check list of questions or issues to consider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67598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smtClean="0"/>
              <a:t>Audience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Technical</a:t>
            </a:r>
          </a:p>
          <a:p>
            <a:pPr lvl="1"/>
            <a:r>
              <a:rPr lang="en-US" dirty="0" smtClean="0"/>
              <a:t>XML Authors</a:t>
            </a:r>
          </a:p>
          <a:p>
            <a:pPr lvl="1"/>
            <a:r>
              <a:rPr lang="en-US" dirty="0" smtClean="0"/>
              <a:t>Developer/Programmers</a:t>
            </a:r>
          </a:p>
          <a:p>
            <a:r>
              <a:rPr lang="en-US" dirty="0" smtClean="0"/>
              <a:t>End Users</a:t>
            </a:r>
          </a:p>
          <a:p>
            <a:pPr lvl="1"/>
            <a:r>
              <a:rPr lang="en-US" dirty="0" smtClean="0"/>
              <a:t>Metadata Authors</a:t>
            </a:r>
          </a:p>
          <a:p>
            <a:pPr lvl="1"/>
            <a:r>
              <a:rPr lang="en-US" dirty="0" smtClean="0"/>
              <a:t>Researchers</a:t>
            </a:r>
          </a:p>
        </p:txBody>
      </p:sp>
    </p:spTree>
    <p:extLst>
      <p:ext uri="{BB962C8B-B14F-4D97-AF65-F5344CB8AC3E}">
        <p14:creationId xmlns:p14="http://schemas.microsoft.com/office/powerpoint/2010/main" xmlns="" val="472177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Structure</a:t>
            </a:r>
            <a:r>
              <a:rPr lang="en-US" baseline="0" dirty="0" smtClean="0"/>
              <a:t> of Longitudinal Study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Background, Foundational Information</a:t>
            </a:r>
          </a:p>
          <a:p>
            <a:r>
              <a:rPr lang="en-US" dirty="0" smtClean="0"/>
              <a:t>Reusable Elements</a:t>
            </a:r>
          </a:p>
          <a:p>
            <a:pPr lvl="1"/>
            <a:r>
              <a:rPr lang="en-US" dirty="0" smtClean="0"/>
              <a:t>Concepts, Code lists, Questions</a:t>
            </a:r>
          </a:p>
          <a:p>
            <a:r>
              <a:rPr lang="en-US" dirty="0" smtClean="0"/>
              <a:t>Data Processing</a:t>
            </a:r>
          </a:p>
          <a:p>
            <a:r>
              <a:rPr lang="en-US" dirty="0" smtClean="0"/>
              <a:t>Variable Development</a:t>
            </a:r>
          </a:p>
          <a:p>
            <a:r>
              <a:rPr lang="en-US" dirty="0" smtClean="0"/>
              <a:t>Dataset Documentation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10153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DDI 3 Lifecycle Model</a:t>
            </a:r>
          </a:p>
        </p:txBody>
      </p:sp>
      <p:pic>
        <p:nvPicPr>
          <p:cNvPr id="15363" name="Picture 3" descr="DDI_Lifecycl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71600"/>
            <a:ext cx="8686800" cy="453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8" name="AutoShape 4"/>
          <p:cNvSpPr>
            <a:spLocks noChangeArrowheads="1"/>
          </p:cNvSpPr>
          <p:nvPr/>
        </p:nvSpPr>
        <p:spPr bwMode="auto">
          <a:xfrm rot="10800000">
            <a:off x="152400" y="4648200"/>
            <a:ext cx="7620000" cy="1219200"/>
          </a:xfrm>
          <a:prstGeom prst="curvedDownArrow">
            <a:avLst>
              <a:gd name="adj1" fmla="val 125000"/>
              <a:gd name="adj2" fmla="val 2500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pPr algn="ctr"/>
            <a:endParaRPr lang="en-US">
              <a:cs typeface="Arial" pitchFamily="34" charset="0"/>
            </a:endParaRPr>
          </a:p>
        </p:txBody>
      </p:sp>
      <p:sp>
        <p:nvSpPr>
          <p:cNvPr id="52229" name="Text Box 5"/>
          <p:cNvSpPr txBox="1">
            <a:spLocks noChangeArrowheads="1"/>
          </p:cNvSpPr>
          <p:nvPr/>
        </p:nvSpPr>
        <p:spPr bwMode="auto">
          <a:xfrm>
            <a:off x="3048000" y="5943600"/>
            <a:ext cx="3101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 b="1">
                <a:cs typeface="Arial" pitchFamily="34" charset="0"/>
              </a:rPr>
              <a:t>Metadata Reuse</a:t>
            </a:r>
          </a:p>
        </p:txBody>
      </p:sp>
      <p:sp>
        <p:nvSpPr>
          <p:cNvPr id="15366" name="Date Placeholder 5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mtClean="0"/>
              <a:t>S03</a:t>
            </a:r>
          </a:p>
        </p:txBody>
      </p:sp>
      <p:sp>
        <p:nvSpPr>
          <p:cNvPr id="1536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62F54FB0-86F4-4402-B08C-0AA319C6A6C6}" type="slidenum">
              <a:rPr lang="en-US" smtClean="0"/>
              <a:pPr eaLnBrk="1" hangingPunct="1"/>
              <a:t>7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xmlns="" val="3537547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2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8" grpId="0" animBg="1"/>
      <p:bldP spid="522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You are</a:t>
            </a:r>
            <a:r>
              <a:rPr lang="en-US" baseline="0" dirty="0" smtClean="0"/>
              <a:t> Here: </a:t>
            </a:r>
            <a:r>
              <a:rPr lang="en-US" dirty="0" smtClean="0"/>
              <a:t>Different Entry Points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New study</a:t>
            </a:r>
          </a:p>
          <a:p>
            <a:pPr lvl="1"/>
            <a:r>
              <a:rPr lang="en-US" dirty="0" smtClean="0"/>
              <a:t>Without existing materials</a:t>
            </a:r>
          </a:p>
          <a:p>
            <a:pPr lvl="1"/>
            <a:r>
              <a:rPr lang="en-US" dirty="0" smtClean="0"/>
              <a:t>With existing materials</a:t>
            </a:r>
          </a:p>
          <a:p>
            <a:r>
              <a:rPr lang="en-US" dirty="0" smtClean="0"/>
              <a:t>New round of data collection</a:t>
            </a:r>
          </a:p>
          <a:p>
            <a:r>
              <a:rPr lang="en-US" dirty="0" smtClean="0"/>
              <a:t>Mid-cycle of a longitudinal study</a:t>
            </a:r>
          </a:p>
          <a:p>
            <a:r>
              <a:rPr lang="en-US" dirty="0" smtClean="0"/>
              <a:t>After study completion</a:t>
            </a:r>
          </a:p>
          <a:p>
            <a:pPr lvl="1"/>
            <a:r>
              <a:rPr lang="en-US" dirty="0" smtClean="0"/>
              <a:t>Documentation only (the process is over)</a:t>
            </a:r>
          </a:p>
        </p:txBody>
      </p:sp>
    </p:spTree>
    <p:extLst>
      <p:ext uri="{BB962C8B-B14F-4D97-AF65-F5344CB8AC3E}">
        <p14:creationId xmlns:p14="http://schemas.microsoft.com/office/powerpoint/2010/main" xmlns="" val="1922371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Paper will walk through a sample study</a:t>
            </a:r>
          </a:p>
          <a:p>
            <a:r>
              <a:rPr lang="en-US" dirty="0" smtClean="0"/>
              <a:t>Different check lists for each entry point</a:t>
            </a:r>
          </a:p>
          <a:p>
            <a:r>
              <a:rPr lang="en-US" dirty="0" smtClean="0"/>
              <a:t>Annotated DDI examples</a:t>
            </a:r>
          </a:p>
          <a:p>
            <a:r>
              <a:rPr lang="en-US" dirty="0" smtClean="0"/>
              <a:t>Coming</a:t>
            </a:r>
            <a:r>
              <a:rPr lang="en-US" baseline="0" dirty="0" smtClean="0"/>
              <a:t> soon…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44426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</a:t>
            </a:r>
            <a:r>
              <a:rPr lang="en-US" baseline="0" dirty="0" smtClean="0"/>
              <a:t> you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Wendy Thomas (</a:t>
            </a:r>
            <a:r>
              <a:rPr lang="en-US" dirty="0" smtClean="0">
                <a:hlinkClick r:id="rId2"/>
              </a:rPr>
              <a:t>wlt@umn.edu</a:t>
            </a:r>
            <a:r>
              <a:rPr lang="en-US" dirty="0" smtClean="0"/>
              <a:t>)</a:t>
            </a:r>
          </a:p>
          <a:p>
            <a:r>
              <a:rPr lang="en-US" dirty="0" smtClean="0"/>
              <a:t>Coauthors</a:t>
            </a:r>
          </a:p>
          <a:p>
            <a:pPr lvl="1"/>
            <a:r>
              <a:rPr lang="en-US" dirty="0" smtClean="0"/>
              <a:t>Joan Corbett</a:t>
            </a:r>
          </a:p>
          <a:p>
            <a:pPr lvl="1"/>
            <a:r>
              <a:rPr lang="en-US" dirty="0" smtClean="0"/>
              <a:t>Jeremy Iverson</a:t>
            </a:r>
          </a:p>
          <a:p>
            <a:pPr lvl="1"/>
            <a:r>
              <a:rPr lang="en-US" dirty="0" smtClean="0"/>
              <a:t>Sophia </a:t>
            </a:r>
            <a:r>
              <a:rPr lang="en-US" dirty="0" err="1" smtClean="0"/>
              <a:t>Kuan</a:t>
            </a:r>
            <a:endParaRPr lang="en-US" dirty="0" smtClean="0"/>
          </a:p>
          <a:p>
            <a:pPr lvl="1"/>
            <a:r>
              <a:rPr lang="en-US" dirty="0" smtClean="0"/>
              <a:t>Abdul Rahim</a:t>
            </a:r>
          </a:p>
        </p:txBody>
      </p:sp>
    </p:spTree>
    <p:extLst>
      <p:ext uri="{BB962C8B-B14F-4D97-AF65-F5344CB8AC3E}">
        <p14:creationId xmlns:p14="http://schemas.microsoft.com/office/powerpoint/2010/main" xmlns="" val="3773264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317</Words>
  <Application>Microsoft Office PowerPoint</Application>
  <PresentationFormat>On-screen Show (4:3)</PresentationFormat>
  <Paragraphs>75</Paragraphs>
  <Slides>10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Writing a HOWTO Guide for DDI</vt:lpstr>
      <vt:lpstr>Background</vt:lpstr>
      <vt:lpstr>Approach</vt:lpstr>
      <vt:lpstr>What does “using DDI” mean?</vt:lpstr>
      <vt:lpstr>Audience</vt:lpstr>
      <vt:lpstr>Structure of Longitudinal Study</vt:lpstr>
      <vt:lpstr>DDI 3 Lifecycle Model</vt:lpstr>
      <vt:lpstr>You are Here: Different Entry Points</vt:lpstr>
      <vt:lpstr>Results</vt:lpstr>
      <vt:lpstr>Thank you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Writing a HOWTO Guide for DDI</dc:title>
  <dc:creator>jeremy</dc:creator>
  <cp:lastModifiedBy>wendy</cp:lastModifiedBy>
  <cp:revision>12</cp:revision>
  <dcterms:created xsi:type="dcterms:W3CDTF">2006-08-16T00:00:00Z</dcterms:created>
  <dcterms:modified xsi:type="dcterms:W3CDTF">2011-12-04T16:01:18Z</dcterms:modified>
</cp:coreProperties>
</file>